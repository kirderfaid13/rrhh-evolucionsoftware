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f0115602df04d20" /><Relationship Type="http://schemas.openxmlformats.org/officeDocument/2006/relationships/extended-properties" Target="/docProps/app.xml" Id="Rd0b7dd581a8c473b" /><Relationship Type="http://schemas.openxmlformats.org/officeDocument/2006/relationships/officeDocument" Target="/ppt/presentation.xml" Id="R12f9db7c4f604553" /></Relationships>
</file>

<file path=ppt/presentation.xml><?xml version="1.0" encoding="utf-8"?>
<p:presentation xmlns:p="http://schemas.openxmlformats.org/presentationml/2006/main">
  <p:sldMasterIdLst>
    <p:sldMasterId xmlns:r="http://schemas.openxmlformats.org/officeDocument/2006/relationships" id="2147483648" r:id="Racd722c15e2d476e"/>
  </p:sldMasterIdLst>
  <p:notesMasterIdLst>
    <p:notesMasterId xmlns:r="http://schemas.openxmlformats.org/officeDocument/2006/relationships" r:id="R4faec591fd7f4517"/>
  </p:notesMasterIdLst>
  <p:sldIdLst>
    <p:sldId xmlns:r="http://schemas.openxmlformats.org/officeDocument/2006/relationships" id="256" r:id="Re29cfb8d2aa14804"/>
    <p:sldId xmlns:r="http://schemas.openxmlformats.org/officeDocument/2006/relationships" id="257" r:id="Re24c964512574f73"/>
    <p:sldId xmlns:r="http://schemas.openxmlformats.org/officeDocument/2006/relationships" id="258" r:id="R6068d538f6ea4b5b"/>
    <p:sldId xmlns:r="http://schemas.openxmlformats.org/officeDocument/2006/relationships" id="259" r:id="R4d6549ed8d9b4067"/>
    <p:sldId xmlns:r="http://schemas.openxmlformats.org/officeDocument/2006/relationships" id="260" r:id="Ra52d4dd2839d43f4"/>
    <p:sldId xmlns:r="http://schemas.openxmlformats.org/officeDocument/2006/relationships" id="261" r:id="R4905086542194cc1"/>
    <p:sldId xmlns:r="http://schemas.openxmlformats.org/officeDocument/2006/relationships" id="262" r:id="R957f755a64784f08"/>
    <p:sldId xmlns:r="http://schemas.openxmlformats.org/officeDocument/2006/relationships" id="263" r:id="R8e237d0afefe4838"/>
    <p:sldId xmlns:r="http://schemas.openxmlformats.org/officeDocument/2006/relationships" id="264" r:id="R4ec3e131aab341c4"/>
    <p:sldId xmlns:r="http://schemas.openxmlformats.org/officeDocument/2006/relationships" id="265" r:id="R9225631ee0e54d52"/>
    <p:sldId xmlns:r="http://schemas.openxmlformats.org/officeDocument/2006/relationships" id="266" r:id="Ree087fe6cb694887"/>
    <p:sldId xmlns:r="http://schemas.openxmlformats.org/officeDocument/2006/relationships" id="267" r:id="R703afde14d8745dc"/>
    <p:sldId xmlns:r="http://schemas.openxmlformats.org/officeDocument/2006/relationships" id="268" r:id="Ra56bf1076d264530"/>
    <p:sldId xmlns:r="http://schemas.openxmlformats.org/officeDocument/2006/relationships" id="269" r:id="R6b59e62514134e82"/>
    <p:sldId xmlns:r="http://schemas.openxmlformats.org/officeDocument/2006/relationships" id="270" r:id="Ra9c4091d76704377"/>
    <p:sldId xmlns:r="http://schemas.openxmlformats.org/officeDocument/2006/relationships" id="271" r:id="Rc67ae22ce9694f1e"/>
    <p:sldId xmlns:r="http://schemas.openxmlformats.org/officeDocument/2006/relationships" id="272" r:id="R517021c11b3946e4"/>
    <p:sldId xmlns:r="http://schemas.openxmlformats.org/officeDocument/2006/relationships" id="273" r:id="R9fa9ac33b4ee4ae4"/>
    <p:sldId xmlns:r="http://schemas.openxmlformats.org/officeDocument/2006/relationships" id="274" r:id="R09ad449b35eb4108"/>
    <p:sldId xmlns:r="http://schemas.openxmlformats.org/officeDocument/2006/relationships" id="275" r:id="Rea575623cab44525"/>
    <p:sldId xmlns:r="http://schemas.openxmlformats.org/officeDocument/2006/relationships" id="276" r:id="R092619d1494e4131"/>
    <p:sldId xmlns:r="http://schemas.openxmlformats.org/officeDocument/2006/relationships" id="277" r:id="R197ed21eb23e4e84"/>
    <p:sldId xmlns:r="http://schemas.openxmlformats.org/officeDocument/2006/relationships" id="278" r:id="R366d765add124815"/>
    <p:sldId xmlns:r="http://schemas.openxmlformats.org/officeDocument/2006/relationships" id="279" r:id="R694bffd72532463c"/>
    <p:sldId xmlns:r="http://schemas.openxmlformats.org/officeDocument/2006/relationships" id="280" r:id="R8f35e22830164d1d"/>
    <p:sldId xmlns:r="http://schemas.openxmlformats.org/officeDocument/2006/relationships" id="281" r:id="R2a48a5f99ab7468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ccae9db31474cc5" /><Relationship Type="http://schemas.openxmlformats.org/officeDocument/2006/relationships/slideMaster" Target="/ppt/slideMasters/slideMaster1.xml" Id="Racd722c15e2d476e" /><Relationship Type="http://schemas.openxmlformats.org/officeDocument/2006/relationships/notesMaster" Target="/ppt/notesMasters/notesMaster1.xml" Id="R4faec591fd7f4517" /><Relationship Type="http://schemas.openxmlformats.org/officeDocument/2006/relationships/presProps" Target="/ppt/presProps.xml" Id="R8ec23986ae0b4570" /><Relationship Type="http://schemas.openxmlformats.org/officeDocument/2006/relationships/tableStyles" Target="/ppt/tableStyles.xml" Id="Ree618ee8d90a4ad8" /><Relationship Type="http://schemas.openxmlformats.org/officeDocument/2006/relationships/slide" Target="/ppt/slides/slide1.xml" Id="Re29cfb8d2aa14804" /><Relationship Type="http://schemas.openxmlformats.org/officeDocument/2006/relationships/slide" Target="/ppt/slides/slide2.xml" Id="Re24c964512574f73" /><Relationship Type="http://schemas.openxmlformats.org/officeDocument/2006/relationships/slide" Target="/ppt/slides/slide3.xml" Id="R6068d538f6ea4b5b" /><Relationship Type="http://schemas.openxmlformats.org/officeDocument/2006/relationships/slide" Target="/ppt/slides/slide4.xml" Id="R4d6549ed8d9b4067" /><Relationship Type="http://schemas.openxmlformats.org/officeDocument/2006/relationships/slide" Target="/ppt/slides/slide5.xml" Id="Ra52d4dd2839d43f4" /><Relationship Type="http://schemas.openxmlformats.org/officeDocument/2006/relationships/slide" Target="/ppt/slides/slide6.xml" Id="R4905086542194cc1" /><Relationship Type="http://schemas.openxmlformats.org/officeDocument/2006/relationships/slide" Target="/ppt/slides/slide7.xml" Id="R957f755a64784f08" /><Relationship Type="http://schemas.openxmlformats.org/officeDocument/2006/relationships/slide" Target="/ppt/slides/slide8.xml" Id="R8e237d0afefe4838" /><Relationship Type="http://schemas.openxmlformats.org/officeDocument/2006/relationships/slide" Target="/ppt/slides/slide9.xml" Id="R4ec3e131aab341c4" /><Relationship Type="http://schemas.openxmlformats.org/officeDocument/2006/relationships/slide" Target="/ppt/slides/slide10.xml" Id="R9225631ee0e54d52" /><Relationship Type="http://schemas.openxmlformats.org/officeDocument/2006/relationships/slide" Target="/ppt/slides/slide11.xml" Id="Ree087fe6cb694887" /><Relationship Type="http://schemas.openxmlformats.org/officeDocument/2006/relationships/slide" Target="/ppt/slides/slide12.xml" Id="R703afde14d8745dc" /><Relationship Type="http://schemas.openxmlformats.org/officeDocument/2006/relationships/slide" Target="/ppt/slides/slide13.xml" Id="Ra56bf1076d264530" /><Relationship Type="http://schemas.openxmlformats.org/officeDocument/2006/relationships/slide" Target="/ppt/slides/slide14.xml" Id="R6b59e62514134e82" /><Relationship Type="http://schemas.openxmlformats.org/officeDocument/2006/relationships/slide" Target="/ppt/slides/slide15.xml" Id="Ra9c4091d76704377" /><Relationship Type="http://schemas.openxmlformats.org/officeDocument/2006/relationships/slide" Target="/ppt/slides/slide16.xml" Id="Rc67ae22ce9694f1e" /><Relationship Type="http://schemas.openxmlformats.org/officeDocument/2006/relationships/slide" Target="/ppt/slides/slide17.xml" Id="R517021c11b3946e4" /><Relationship Type="http://schemas.openxmlformats.org/officeDocument/2006/relationships/slide" Target="/ppt/slides/slide18.xml" Id="R9fa9ac33b4ee4ae4" /><Relationship Type="http://schemas.openxmlformats.org/officeDocument/2006/relationships/slide" Target="/ppt/slides/slide19.xml" Id="R09ad449b35eb4108" /><Relationship Type="http://schemas.openxmlformats.org/officeDocument/2006/relationships/slide" Target="/ppt/slides/slide20.xml" Id="Rea575623cab44525" /><Relationship Type="http://schemas.openxmlformats.org/officeDocument/2006/relationships/slide" Target="/ppt/slides/slide21.xml" Id="R092619d1494e4131" /><Relationship Type="http://schemas.openxmlformats.org/officeDocument/2006/relationships/slide" Target="/ppt/slides/slide22.xml" Id="R197ed21eb23e4e84" /><Relationship Type="http://schemas.openxmlformats.org/officeDocument/2006/relationships/slide" Target="/ppt/slides/slide23.xml" Id="R366d765add124815" /><Relationship Type="http://schemas.openxmlformats.org/officeDocument/2006/relationships/slide" Target="/ppt/slides/slide24.xml" Id="R694bffd72532463c" /><Relationship Type="http://schemas.openxmlformats.org/officeDocument/2006/relationships/slide" Target="/ppt/slides/slide25.xml" Id="R8f35e22830164d1d" /><Relationship Type="http://schemas.openxmlformats.org/officeDocument/2006/relationships/slide" Target="/ppt/slides/slide26.xml" Id="R2a48a5f99ab7468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aa013e263ba4c1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ns0:Relationships xmlns:ns0="http://schemas.openxmlformats.org/package/2006/relationships"><ns0:Relationship Type="http://schemas.openxmlformats.org/officeDocument/2006/relationships/slide" Target="/ppt/slides/slide1.xml" Id="R9b6a32dff9b1483b" /><ns0:Relationship Type="http://schemas.openxmlformats.org/officeDocument/2006/relationships/notesMaster" Target="/ppt/notesMasters/notesMaster1.xml" Id="R7a6b3fa570a04598" /></ns0:Relationships>
</file>

<file path=ppt/notesSlides/_rels/notesSlide2.xml.rels><?xml version='1.0' encoding='utf-8'?>
<ns0:Relationships xmlns:ns0="http://schemas.openxmlformats.org/package/2006/relationships"><ns0:Relationship Type="http://schemas.openxmlformats.org/officeDocument/2006/relationships/slide" Target="/ppt/slides/slide2.xml" Id="R7d49e5339b8f449e" /><ns0:Relationship Type="http://schemas.openxmlformats.org/officeDocument/2006/relationships/notesMaster" Target="/ppt/notesMasters/notesMaster1.xml" Id="R261f017378d44273" /></ns0:Relationships>
</file>

<file path=ppt/notesSlides/_rels/notesSlide3.xml.rels><?xml version='1.0' encoding='utf-8'?>
<ns0:Relationships xmlns:ns0="http://schemas.openxmlformats.org/package/2006/relationships"><ns0:Relationship Type="http://schemas.openxmlformats.org/officeDocument/2006/relationships/slide" Target="/ppt/slides/slide3.xml" Id="R4138eac26eb840e4" /><ns0:Relationship Type="http://schemas.openxmlformats.org/officeDocument/2006/relationships/notesMaster" Target="/ppt/notesMasters/notesMaster1.xml" Id="R78d127bc1cfc468e" /></ns0:Relationships>
</file>

<file path=ppt/notesSlides/_rels/notesSlide4.xml.rels><?xml version='1.0' encoding='utf-8'?>
<ns0:Relationships xmlns:ns0="http://schemas.openxmlformats.org/package/2006/relationships"><ns0:Relationship Type="http://schemas.openxmlformats.org/officeDocument/2006/relationships/slide" Target="/ppt/slides/slide4.xml" Id="Rbcb6b5f7d2d247fd" /><ns0:Relationship Type="http://schemas.openxmlformats.org/officeDocument/2006/relationships/notesMaster" Target="/ppt/notesMasters/notesMaster1.xml" Id="Re205dcb515b845df" /></ns0:Relationships>
</file>

<file path=ppt/notesSlides/_rels/notesSlide5.xml.rels><?xml version='1.0' encoding='utf-8'?>
<ns0:Relationships xmlns:ns0="http://schemas.openxmlformats.org/package/2006/relationships"><ns0:Relationship Type="http://schemas.openxmlformats.org/officeDocument/2006/relationships/slide" Target="/ppt/slides/slide5.xml" Id="R0fde5bdb050546a6" /><ns0:Relationship Type="http://schemas.openxmlformats.org/officeDocument/2006/relationships/notesMaster" Target="/ppt/notesMasters/notesMaster1.xml" Id="Rec1ed85826074738" /></ns0:Relationships>
</file>

<file path=ppt/notesSlides/_rels/notesSlide6.xml.rels><?xml version='1.0' encoding='utf-8'?>
<ns0:Relationships xmlns:ns0="http://schemas.openxmlformats.org/package/2006/relationships"><ns0:Relationship Type="http://schemas.openxmlformats.org/officeDocument/2006/relationships/slide" Target="/ppt/slides/slide6.xml" Id="R4f54ae4163b6497f" /><ns0:Relationship Type="http://schemas.openxmlformats.org/officeDocument/2006/relationships/notesMaster" Target="/ppt/notesMasters/notesMaster1.xml" Id="R7ab742e022cb4737" /></ns0:Relationships>
</file>

<file path=ppt/notesSlides/_rels/notesSlide7.xml.rels><?xml version='1.0' encoding='utf-8'?>
<ns0:Relationships xmlns:ns0="http://schemas.openxmlformats.org/package/2006/relationships"><ns0:Relationship Type="http://schemas.openxmlformats.org/officeDocument/2006/relationships/slide" Target="/ppt/slides/slide7.xml" Id="R3153ae425a304ce6" /><ns0:Relationship Type="http://schemas.openxmlformats.org/officeDocument/2006/relationships/notesMaster" Target="/ppt/notesMasters/notesMaster1.xml" Id="R2f708ae1ce314607" /></ns0:Relationships>
</file>

<file path=ppt/notesSlides/_rels/notesSlide8.xml.rels><?xml version='1.0' encoding='utf-8'?>
<ns0:Relationships xmlns:ns0="http://schemas.openxmlformats.org/package/2006/relationships"><ns0:Relationship Type="http://schemas.openxmlformats.org/officeDocument/2006/relationships/slide" Target="/ppt/slides/slide8.xml" Id="Rd37f4fac67a347eb" /><ns0:Relationship Type="http://schemas.openxmlformats.org/officeDocument/2006/relationships/notesMaster" Target="/ppt/notesMasters/notesMaster1.xml" Id="Red3b0400467b47f2" /></ns0:Relationships>
</file>

<file path=ppt/notesSlides/_rels/notesSlide9.xml.rels><?xml version='1.0' encoding='utf-8'?>
<ns0:Relationships xmlns:ns0="http://schemas.openxmlformats.org/package/2006/relationships"><ns0:Relationship Type="http://schemas.openxmlformats.org/officeDocument/2006/relationships/slide" Target="/ppt/slides/slide9.xml" Id="R2fba3abafe6b4446" /><ns0:Relationship Type="http://schemas.openxmlformats.org/officeDocument/2006/relationships/notesMaster" Target="/ppt/notesMasters/notesMaster1.xml" Id="R079c693beda549be" /></ns0:Relationships>
</file>

<file path=ppt/notesSlides/_rels/notesSlide10.xml.rels><?xml version='1.0' encoding='utf-8'?>
<ns0:Relationships xmlns:ns0="http://schemas.openxmlformats.org/package/2006/relationships"><ns0:Relationship Type="http://schemas.openxmlformats.org/officeDocument/2006/relationships/slide" Target="/ppt/slides/slide10.xml" Id="R4f8013ebf3074c70" /><ns0:Relationship Type="http://schemas.openxmlformats.org/officeDocument/2006/relationships/notesMaster" Target="/ppt/notesMasters/notesMaster1.xml" Id="Rcbbb4e3f19ae43d4" /></ns0:Relationships>
</file>

<file path=ppt/notesSlides/_rels/notesSlide11.xml.rels><?xml version='1.0' encoding='utf-8'?>
<ns0:Relationships xmlns:ns0="http://schemas.openxmlformats.org/package/2006/relationships"><ns0:Relationship Type="http://schemas.openxmlformats.org/officeDocument/2006/relationships/slide" Target="/ppt/slides/slide11.xml" Id="Rf16eb16d3f084330" /><ns0:Relationship Type="http://schemas.openxmlformats.org/officeDocument/2006/relationships/notesMaster" Target="/ppt/notesMasters/notesMaster1.xml" Id="R0a7a0487f4ec41eb" /></ns0:Relationships>
</file>

<file path=ppt/notesSlides/_rels/notesSlide12.xml.rels><?xml version='1.0' encoding='utf-8'?>
<ns0:Relationships xmlns:ns0="http://schemas.openxmlformats.org/package/2006/relationships"><ns0:Relationship Type="http://schemas.openxmlformats.org/officeDocument/2006/relationships/slide" Target="/ppt/slides/slide12.xml" Id="Ra68fee4e5a5d4f2f" /><ns0:Relationship Type="http://schemas.openxmlformats.org/officeDocument/2006/relationships/notesMaster" Target="/ppt/notesMasters/notesMaster1.xml" Id="R5025733ca7174a9d" /></ns0:Relationships>
</file>

<file path=ppt/notesSlides/_rels/notesSlide13.xml.rels><?xml version='1.0' encoding='utf-8'?>
<ns0:Relationships xmlns:ns0="http://schemas.openxmlformats.org/package/2006/relationships"><ns0:Relationship Type="http://schemas.openxmlformats.org/officeDocument/2006/relationships/slide" Target="/ppt/slides/slide13.xml" Id="R20945043ba844e3a" /><ns0:Relationship Type="http://schemas.openxmlformats.org/officeDocument/2006/relationships/notesMaster" Target="/ppt/notesMasters/notesMaster1.xml" Id="R821bc9012c1e4ade" /></ns0:Relationships>
</file>

<file path=ppt/notesSlides/_rels/notesSlide14.xml.rels><?xml version='1.0' encoding='utf-8'?>
<ns0:Relationships xmlns:ns0="http://schemas.openxmlformats.org/package/2006/relationships"><ns0:Relationship Type="http://schemas.openxmlformats.org/officeDocument/2006/relationships/slide" Target="/ppt/slides/slide14.xml" Id="R41a981c5365a48bc" /><ns0:Relationship Type="http://schemas.openxmlformats.org/officeDocument/2006/relationships/notesMaster" Target="/ppt/notesMasters/notesMaster1.xml" Id="R9efc97dd6d9c4051" /></ns0:Relationships>
</file>

<file path=ppt/notesSlides/_rels/notesSlide15.xml.rels><?xml version='1.0' encoding='utf-8'?>
<ns0:Relationships xmlns:ns0="http://schemas.openxmlformats.org/package/2006/relationships"><ns0:Relationship Type="http://schemas.openxmlformats.org/officeDocument/2006/relationships/slide" Target="/ppt/slides/slide15.xml" Id="Ra3dd1b18c17649d4" /><ns0:Relationship Type="http://schemas.openxmlformats.org/officeDocument/2006/relationships/notesMaster" Target="/ppt/notesMasters/notesMaster1.xml" Id="Rc767f720cf704951" /></ns0: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66f3e0b5fd7408d" /><Relationship Type="http://schemas.openxmlformats.org/officeDocument/2006/relationships/notesMaster" Target="/ppt/notesMasters/notesMaster1.xml" Id="R1431e376747349ac"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26abe3916f5a44da" /><Relationship Type="http://schemas.openxmlformats.org/officeDocument/2006/relationships/notesMaster" Target="/ppt/notesMasters/notesMaster1.xml" Id="R0ce3e011e6fb4740"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ef1bab1dc8e64812" /><Relationship Type="http://schemas.openxmlformats.org/officeDocument/2006/relationships/notesMaster" Target="/ppt/notesMasters/notesMaster1.xml" Id="Rdff1edfe33ad453e"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9704fdc8b99e4612" /><Relationship Type="http://schemas.openxmlformats.org/officeDocument/2006/relationships/notesMaster" Target="/ppt/notesMasters/notesMaster1.xml" Id="Rde9bc3fbb74640a0"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3a7c15b189e34439" /><Relationship Type="http://schemas.openxmlformats.org/officeDocument/2006/relationships/notesMaster" Target="/ppt/notesMasters/notesMaster1.xml" Id="Rc5621b5cbd9c4d64"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761e347761834bac" /><Relationship Type="http://schemas.openxmlformats.org/officeDocument/2006/relationships/notesMaster" Target="/ppt/notesMasters/notesMaster1.xml" Id="R2516deb075924c4d"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cc068339459e42cb" /><Relationship Type="http://schemas.openxmlformats.org/officeDocument/2006/relationships/notesMaster" Target="/ppt/notesMasters/notesMaster1.xml" Id="R26e32c9580b64013"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db19e02da3194db9" /><Relationship Type="http://schemas.openxmlformats.org/officeDocument/2006/relationships/notesMaster" Target="/ppt/notesMasters/notesMaster1.xml" Id="R80c6167dae064159"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2f4d0da2508a4d71" /><Relationship Type="http://schemas.openxmlformats.org/officeDocument/2006/relationships/notesMaster" Target="/ppt/notesMasters/notesMaster1.xml" Id="Rf676d7fe91ab45ab"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b02bdda5378c4207" /><Relationship Type="http://schemas.openxmlformats.org/officeDocument/2006/relationships/notesMaster" Target="/ppt/notesMasters/notesMaster1.xml" Id="R9b0c77ed6b2845fd"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9acf09d60cd54e68" /><Relationship Type="http://schemas.openxmlformats.org/officeDocument/2006/relationships/notesMaster" Target="/ppt/notesMasters/notesMaster1.xml" Id="R7c550018d91c498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Imaginemos una plataforma que vende entradas digitales para conciertos. Cada entrada tiene un titular y un código QR que se valida al ingresar. Una compradora pide transferir su entrada a otra persona. Parece suficiente cambiar un nombre, pero debemos impedir que ambos códigos permitan entrar o que dos transferencias simultáneas creen dos titulares. Esta situación es hipotética y nos servirá para explicar los conceptos. Seguiremos la petición desde su origen hasta la publicación y el seguimiento. La pregunta central será qué debemos cambiar, qué condiciones debemos conservar y qué evidencia necesitamos antes de ofrecer la función a los usuarios.</a:t>
            </a:r>
          </a:p>
          <a:p xmlns:a="http://schemas.openxmlformats.org/drawingml/2006/main">
            <a:r>
              <a:t/>
            </a:r>
          </a:p>
          <a:p xmlns:a="http://schemas.openxmlformats.org/drawingml/2006/main">
            <a:r>
              <a:t>Fuentes y procedencia:</a:t>
            </a:r>
          </a:p>
          <a:p xmlns:a="http://schemas.openxmlformats.org/drawingml/2006/main">
            <a:r>
              <a:t>referencias/semanas/semana09/Semana09_EVO_TG.pdf, páginas 9–13</a:t>
            </a:r>
          </a:p>
          <a:p xmlns:a="http://schemas.openxmlformats.org/drawingml/2006/main">
            <a:r>
              <a:t>Caso hipotético creado para explicar conceptos. No describe una plataforma existente.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gestión del cambio es el proceso que permite evaluar una modificación, decidir si conviene realizarla y comprobar su resultado. Puede afectar código, configuración, datos o documentación. En el ejemplo, necesitamos cambiar quién tiene derecho a ingresar y conservar una sola entrada válida. Supondremos que el lector consulta en línea el estado vigente. Por eso debemos considerar la pantalla, el servicio que procesa la transferencia y el control de acceso. Registrar estas relaciones permite conocer el motivo de una decisión y revisar después si se cumplió. La disciplina ayuda a reducir regresiones, cambios fuera de alcance y problemas de mantenimiento durante la evolución del producto.</a:t>
            </a:r>
          </a:p>
          <a:p xmlns:a="http://schemas.openxmlformats.org/drawingml/2006/main">
            <a:r>
              <a:t/>
            </a:r>
          </a:p>
          <a:p xmlns:a="http://schemas.openxmlformats.org/drawingml/2006/main">
            <a:r>
              <a:t>Fuentes y procedencia:</a:t>
            </a:r>
          </a:p>
          <a:p xmlns:a="http://schemas.openxmlformats.org/drawingml/2006/main">
            <a:r>
              <a:t>referencias/semanas/semana09/Semana09_EVO_TG.pdf, páginas 9–13</a:t>
            </a:r>
          </a:p>
          <a:p xmlns:a="http://schemas.openxmlformats.org/drawingml/2006/main">
            <a:r>
              <a:t>https://ieeecs-media.computer.org/media/education/swebok/swebok-v3.pdf, capítulo 6: control de cambios y autoridad de decisión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 cambio correctivo repara un defecto: existe un comportamiento que incumple una condición esperada. En nuestra plataforma hipotética, una entrada utilizada vuelve a ser aceptada por el lector. La condición acordada era que esa entrada permitiera un único ingreso. Primero reproducimos el problema y comprobamos qué causa el segundo acceso. Después corregimos el control correspondiente y repetimos el caso. También verificamos que una entrada válida todavía permita el primer ingreso, para detectar una posible regresión. El motivo principal de esta modificación es reparar el fallo identificado. El ejemplo ayuda a distinguir la causa del cambio de la herramienta o técnica elegida para resolverlo.</a:t>
            </a:r>
          </a:p>
          <a:p xmlns:a="http://schemas.openxmlformats.org/drawingml/2006/main">
            <a:r>
              <a:t/>
            </a:r>
          </a:p>
          <a:p xmlns:a="http://schemas.openxmlformats.org/drawingml/2006/main">
            <a:r>
              <a:t>Fuentes y procedencia:</a:t>
            </a:r>
          </a:p>
          <a:p xmlns:a="http://schemas.openxmlformats.org/drawingml/2006/main">
            <a:r>
              <a:t>referencias/semanas/semana09/Semana09_EVO_TG.pdf, páginas 9–13</a:t>
            </a:r>
          </a:p>
          <a:p xmlns:a="http://schemas.openxmlformats.org/drawingml/2006/main">
            <a:r>
              <a:t>https://www.computer.org/resources/software-maintenance?source=resources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 cambio adaptativo responde a una modificación del entorno en el que funciona el software. Supongamos que el proveedor de pagos anuncia que retirará su API v1. Una API es el contrato de comunicación entre nuestra aplicación y ese servicio. Aunque las compras todavía funcionen, debemos adaptar la integración antes de que desaparezca la versión anterior. Revisamos los campos enviados, las respuestas y el tratamiento de errores. Después comprobamos que el comprador pueda completar o cancelar una operación según lo esperado. La necesidad nace del proveedor externo. Este ejemplo es hipotético y no presupone un servicio comercial concreto ni una fecha real de retiro.</a:t>
            </a:r>
          </a:p>
          <a:p xmlns:a="http://schemas.openxmlformats.org/drawingml/2006/main">
            <a:r>
              <a:t/>
            </a:r>
          </a:p>
          <a:p xmlns:a="http://schemas.openxmlformats.org/drawingml/2006/main">
            <a:r>
              <a:t>Fuentes y procedencia:</a:t>
            </a:r>
          </a:p>
          <a:p xmlns:a="http://schemas.openxmlformats.org/drawingml/2006/main">
            <a:r>
              <a:t>referencias/semanas/semana09/Semana09_EVO_TG.pdf, páginas 9–13</a:t>
            </a:r>
          </a:p>
          <a:p xmlns:a="http://schemas.openxmlformats.org/drawingml/2006/main">
            <a:r>
              <a:t>https://www.computer.org/resources/software-maintenance?source=resources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 la clasificación del curso, un cambio perfectivo mejora una capacidad del sistema o la experiencia del usuario. Nuestra plataforma ya permite comprar entradas, pero ahora se solicita transferir una a otra persona. La nueva capacidad debe respetar reglas claras: la entrada conserva un único titular y solamente el código vigente permite ingresar. Transferir no aumenta el aforo ni crea una compra adicional en este ejemplo. Esas condiciones delimitan el resultado esperado. El propósito principal es atender una necesidad adicional. Usamos las cuatro categorías del curso para explicar motivaciones; no estamos afirmando que sean la única clasificación posible de todo el mantenimiento de software.</a:t>
            </a:r>
          </a:p>
          <a:p xmlns:a="http://schemas.openxmlformats.org/drawingml/2006/main">
            <a:r>
              <a:t/>
            </a:r>
          </a:p>
          <a:p xmlns:a="http://schemas.openxmlformats.org/drawingml/2006/main">
            <a:r>
              <a:t>Fuentes y procedencia:</a:t>
            </a:r>
          </a:p>
          <a:p xmlns:a="http://schemas.openxmlformats.org/drawingml/2006/main">
            <a:r>
              <a:t>referencias/semanas/semana09/Semana09_EVO_TG.pdf, páginas 9–13</a:t>
            </a:r>
          </a:p>
          <a:p xmlns:a="http://schemas.openxmlformats.org/drawingml/2006/main">
            <a:r>
              <a:t>https://www.computer.org/resources/software-maintenance?source=resources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 cambio preventivo reduce riesgos antes de que se manifiesten como fallas para el usuario. Imaginemos que la web y la aplicación móvil contienen copias de la misma regla de acceso. Hoy responden igual, pero una futura modificación podría actualizar una copia y olvidar la otra. Proponemos centralizar la política y comprobar que ambas vías conserven sus respuestas actuales. La finalidad es facilitar el mantenimiento y reducir esa posible divergencia. Debemos definir qué comportamiento se conserva y verificarlo con pruebas de regresión. Cambiar la organización del código requiere cuidado: llamar preventivo al trabajo no garantiza que automáticamente sea seguro o que mejore cualquier atributo del sistema.</a:t>
            </a:r>
          </a:p>
          <a:p xmlns:a="http://schemas.openxmlformats.org/drawingml/2006/main">
            <a:r>
              <a:t/>
            </a:r>
          </a:p>
          <a:p xmlns:a="http://schemas.openxmlformats.org/drawingml/2006/main">
            <a:r>
              <a:t>Fuentes y procedencia:</a:t>
            </a:r>
          </a:p>
          <a:p xmlns:a="http://schemas.openxmlformats.org/drawingml/2006/main">
            <a:r>
              <a:t>referencias/semanas/semana09/Semana09_EVO_TG.pdf, páginas 9–13</a:t>
            </a:r>
          </a:p>
          <a:p xmlns:a="http://schemas.openxmlformats.org/drawingml/2006/main">
            <a:r>
              <a:t>https://www.computer.org/resources/software-maintenance?source=resources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solicitud describe la necesidad. El análisis estudia el problema y sus alternativas. La evaluación de impacto identifica componentes afectados, riesgos y esfuerzo. Con esa información, la autoridad responsable aprueba, aplaza o rechaza el cambio. La planificación define cómo ejecutarlo y qué hacer si falla. La implementación realiza la modificación y la verificación contrasta su comportamiento con los criterios acordados. El registro enlaza la decisión, el cambio y sus pruebas. Tras verificar y registrar la aceptación de la entrega, se cierra la solicitud; el seguimiento operativo puede continuar. En la transferencia de entradas debemos recorrer estas preguntas, aunque el equipo use herramientas ligeras. No basta con abrir una tarea y programar: las decisiones intermedias justifican el alcance y las comprobaciones elegidas.</a:t>
            </a:r>
          </a:p>
          <a:p xmlns:a="http://schemas.openxmlformats.org/drawingml/2006/main">
            <a:r>
              <a:t/>
            </a:r>
          </a:p>
          <a:p xmlns:a="http://schemas.openxmlformats.org/drawingml/2006/main">
            <a:r>
              <a:t>Fuentes y procedencia:</a:t>
            </a:r>
          </a:p>
          <a:p xmlns:a="http://schemas.openxmlformats.org/drawingml/2006/main">
            <a:r>
              <a:t>referencias/semanas/semana09/Semana09_EVO_TG.pdf, páginas 9–13</a:t>
            </a:r>
          </a:p>
          <a:p xmlns:a="http://schemas.openxmlformats.org/drawingml/2006/main">
            <a:r>
              <a:t>https://ieeecs-media.computer.org/media/education/swebok/swebok-v3.pdf, capítulo 6: control de cambios y autoridad de decisión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solicitud de cambio transforma una petición informal en un trabajo que podemos evaluar. Debe explicar el problema, la justificación, el alcance y los criterios de aceptación. Para la transferencia, la necesidad es ceder una entrada sin comprar otra. El criterio principal establece que el nuevo titular puede ingresar y el código anterior deja de ser válido. También excluimos reventa, devolución y cambio de asiento. Así evitamos que cada participante imagine una función diferente. Una plantilla de solicitud ayuda a registrar esta información, pero el valor está en su precisión. Si el criterio no permite decidir si el resultado es correcto, debemos aclararlo antes de implementar.</a:t>
            </a:r>
          </a:p>
          <a:p xmlns:a="http://schemas.openxmlformats.org/drawingml/2006/main">
            <a:r>
              <a:t/>
            </a:r>
          </a:p>
          <a:p xmlns:a="http://schemas.openxmlformats.org/drawingml/2006/main">
            <a:r>
              <a:t>Fuentes y procedencia:</a:t>
            </a:r>
          </a:p>
          <a:p xmlns:a="http://schemas.openxmlformats.org/drawingml/2006/main">
            <a:r>
              <a:t>referencias/semanas/semana09/Semana09_EVO_TG.pdf, páginas 9–13</a:t>
            </a:r>
          </a:p>
          <a:p xmlns:a="http://schemas.openxmlformats.org/drawingml/2006/main">
            <a:r>
              <a:t>https://ieeecs-media.computer.org/media/education/swebok/swebok-v3.pdf, capítulo 6: control de cambios y autoridad de decisión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análisis de impacto identifica las consecuencias directas e indirectas de una modificación. En nuestro caso cambian el titular y el estado de la entrada, y el lector debe reconocer únicamente el código vigente. El cobro original se conserva porque esta propuesta no añade una compra. También aparece un riesgo de concurrencia: dos peticiones podrían intentar transferir la misma entrada al mismo tiempo. Necesitamos decidir cómo actualizar sus datos de forma coherente y aceptar una sola operación. Además estimamos el esfuerzo para modificar, probar y publicar los componentes relacionados. Este análisis permite comparar alternativas y detectar cuándo una petición aparentemente pequeña tiene efectos importantes sobre el sistema.</a:t>
            </a:r>
          </a:p>
          <a:p xmlns:a="http://schemas.openxmlformats.org/drawingml/2006/main">
            <a:r>
              <a:t/>
            </a:r>
          </a:p>
          <a:p xmlns:a="http://schemas.openxmlformats.org/drawingml/2006/main">
            <a:r>
              <a:t>Fuentes y procedencia:</a:t>
            </a:r>
          </a:p>
          <a:p xmlns:a="http://schemas.openxmlformats.org/drawingml/2006/main">
            <a:r>
              <a:t>referencias/semanas/semana09/Semana09_EVO_TG.pdf, páginas 9–13</a:t>
            </a:r>
          </a:p>
          <a:p xmlns:a="http://schemas.openxmlformats.org/drawingml/2006/main">
            <a:r>
              <a:t>https://ieeecs-media.computer.org/media/education/swebok/swebok-v3.pdf, capítulo 5: análisis de impacto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Los roles reparten responsabilidades. El solicitante explica la necesidad, negocio establece su prioridad, desarrollo evalúa la solución y calidad define cómo comprobarla. La autoridad responsable decide si procede y deja una justificación. En un equipo pequeño puede ser una persona asignada; en contextos de mayor criticidad puede intervenir un comité. La prioridad indica qué conviene atender primero, la urgencia expresa el plazo y el riesgo combina la posibilidad de un problema con sus consecuencias. Por ejemplo, la transferencia puede ser prioritaria y aun así aplazarse si permite dos accesos. Revisar pruebas aporta información a la decisión, pero no sustituye la responsabilidad de autorizarla.</a:t>
            </a:r>
          </a:p>
          <a:p xmlns:a="http://schemas.openxmlformats.org/drawingml/2006/main">
            <a:r>
              <a:t/>
            </a:r>
          </a:p>
          <a:p xmlns:a="http://schemas.openxmlformats.org/drawingml/2006/main">
            <a:r>
              <a:t>Fuentes y procedencia:</a:t>
            </a:r>
          </a:p>
          <a:p xmlns:a="http://schemas.openxmlformats.org/drawingml/2006/main">
            <a:r>
              <a:t>referencias/semanas/semana09/Semana09_EVO_TG.pdf, páginas 9–13</a:t>
            </a:r>
          </a:p>
          <a:p xmlns:a="http://schemas.openxmlformats.org/drawingml/2006/main">
            <a:r>
              <a:t>https://ieeecs-media.computer.org/media/education/swebok/swebok-v3.pdf, capítulo 6: control de cambios y autoridad de decisión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Planificar significa ordenar el trabajo antes de modificar el producto. Debemos asignar responsables, identificar dependencias, estimar esfuerzo y fijar condiciones de publicación y recuperación. En el ejemplo, primero preparamos un lector compatible con el estado vigente de la entrada. Después implementamos la transferencia y la actualización coherente de titular y código. La función se activa cuando los componentes necesarios están listos y comprobados. El desarrollo puede aislarse en una rama y organizarse en cambios pequeños con mensajes claros. Una revisión del código ayuda a detectar efectos inesperados. Este orden evita entregar por separado partes que solamente funcionan correctamente cuando se utilizan juntas.</a:t>
            </a:r>
          </a:p>
          <a:p xmlns:a="http://schemas.openxmlformats.org/drawingml/2006/main">
            <a:r>
              <a:t/>
            </a:r>
          </a:p>
          <a:p xmlns:a="http://schemas.openxmlformats.org/drawingml/2006/main">
            <a:r>
              <a:t>Fuentes y procedencia:</a:t>
            </a:r>
          </a:p>
          <a:p xmlns:a="http://schemas.openxmlformats.org/drawingml/2006/main">
            <a:r>
              <a:t>referencias/semanas/semana09/Semana09_EVO_TG.pdf, páginas 9–13</a:t>
            </a:r>
          </a:p>
          <a:p xmlns:a="http://schemas.openxmlformats.org/drawingml/2006/main">
            <a:r>
              <a:t>https://ieeecs-media.computer.org/media/education/swebok/swebok-v3.pdf, capítulo 6: control de cambios y autoridad de decisión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verificación contrasta el resultado con los criterios acordados. Las pruebas de una regla pueden revisar qué estados permiten transferir. Una prueba de integración comprueba que los componentes y sus datos se actualicen de forma coherente. Una prueba de concurrencia envía dos solicitudes sobre la misma entrada y comprueba que solamente una se acepte. También repetimos compra y acceso habituales para buscar regresiones. Cada prueba debe expresar su entrada, el resultado esperado y la evidencia obtenida. Un flujo de integración continua puede automatizar comprobaciones si está configurado. Que una herramienta indique éxito no elimina la necesidad de revisar si realmente evaluamos los riesgos y condiciones de aceptación.</a:t>
            </a:r>
          </a:p>
          <a:p xmlns:a="http://schemas.openxmlformats.org/drawingml/2006/main">
            <a:r>
              <a:t/>
            </a:r>
          </a:p>
          <a:p xmlns:a="http://schemas.openxmlformats.org/drawingml/2006/main">
            <a:r>
              <a:t>Fuentes y procedencia:</a:t>
            </a:r>
          </a:p>
          <a:p xmlns:a="http://schemas.openxmlformats.org/drawingml/2006/main">
            <a:r>
              <a:t>referencias/semanas/semana09/Semana09_EVO_TG.pdf, páginas 9–13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Publicar significa poner la modificación a disposición de los usuarios. Integrar un cambio en el repositorio es una acción distinta del despliegue y la activación del servicio. Podemos planificar una activación gradual y observar errores de transferencia o rechazo de entradas. Si aparece un problema, una contingencia razonable podría pausar nuevas transferencias mientras se investiga, conservando las ya confirmadas. No debemos reactivar códigos anteriores de entradas transferidas o utilizadas. Revertir código mediante Git registra otra modificación, pero no restaura automáticamente los datos ni corrige cada efecto operativo. El plan de recuperación debe respetar los derechos de acceso y ser compatible con el estado que ya existe.</a:t>
            </a:r>
          </a:p>
          <a:p xmlns:a="http://schemas.openxmlformats.org/drawingml/2006/main">
            <a:r>
              <a:t/>
            </a:r>
          </a:p>
          <a:p xmlns:a="http://schemas.openxmlformats.org/drawingml/2006/main">
            <a:r>
              <a:t>Fuentes y procedencia:</a:t>
            </a:r>
          </a:p>
          <a:p xmlns:a="http://schemas.openxmlformats.org/drawingml/2006/main">
            <a:r>
              <a:t>referencias/semanas/semana09/Semana09_EVO_TG.pdf, páginas 9–13</a:t>
            </a:r>
          </a:p>
          <a:p xmlns:a="http://schemas.openxmlformats.org/drawingml/2006/main">
            <a:r>
              <a:t>https://git-scm.com/docs/git-revert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trazabilidad permite reconstruir por qué existe una modificación y qué comprobaciones la respaldan. La solicitud conserva necesidad, alcance y aceptación. La Issue organiza el seguimiento y el Pull Request presenta el código para revisión. Los commits identifican cambios concretos y el registro de cambios explica el contenido de la entrega. Las evidencias enlazadas muestran qué se comprobó. Si un código QR falla, esta relación ayuda a localizar la versión y la decisión que modificaron la regla. Las plantillas y mensajes claros facilitan la lectura. Las reglas de rama pueden exigir revisiones y pruebas cuando estén configuradas. Las herramientas apoyan el proceso, pero los enlaces deben representar trabajo y decisiones reales.</a:t>
            </a:r>
          </a:p>
          <a:p xmlns:a="http://schemas.openxmlformats.org/drawingml/2006/main">
            <a:r>
              <a:t/>
            </a:r>
          </a:p>
          <a:p xmlns:a="http://schemas.openxmlformats.org/drawingml/2006/main">
            <a:r>
              <a:t>Fuentes y procedencia:</a:t>
            </a:r>
          </a:p>
          <a:p xmlns:a="http://schemas.openxmlformats.org/drawingml/2006/main">
            <a:r>
              <a:t>referencias/semanas/semana09/Semana09_EVO_TG.pdf, páginas 9–13</a:t>
            </a:r>
          </a:p>
          <a:p xmlns:a="http://schemas.openxmlformats.org/drawingml/2006/main">
            <a:r>
              <a:t>https://docs.github.com/en/pull-requests/reference/pull-requests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Volvamos a la petición inicial: una persona quiere transferir su entrada. Ahora sabemos que gestionar esa petición implica definir las condiciones de aceptación, evaluar datos y dependencias, decidir el alcance y planificar una publicación compatible. Después implementamos, comprobamos estados y concurrencia, y conservamos el vínculo entre la necesidad y su evidencia. La condición que guía todo el caso es mantener un único derecho de acceso por entrada. Las cuatro categorías nos ayudaron a reconocer distintos motivos para modificar software y las ocho etapas ordenaron las decisiones. Con este enfoque podemos explicar cualquier cambio mediante preguntas concretas: qué necesidad atiende, qué debe conservar y cómo comprobamos su resultado.</a:t>
            </a:r>
          </a:p>
          <a:p xmlns:a="http://schemas.openxmlformats.org/drawingml/2006/main">
            <a:r>
              <a:t/>
            </a:r>
          </a:p>
          <a:p xmlns:a="http://schemas.openxmlformats.org/drawingml/2006/main">
            <a:r>
              <a:t>Fuentes y procedencia:</a:t>
            </a:r>
          </a:p>
          <a:p xmlns:a="http://schemas.openxmlformats.org/drawingml/2006/main">
            <a:r>
              <a:t>referencias/semanas/semana09/Semana09_EVO_TG.pdf, páginas 9–13</a:t>
            </a:r>
          </a:p>
          <a:p xmlns:a="http://schemas.openxmlformats.org/drawingml/2006/main">
            <a:r>
              <a:t>https://ieeecs-media.computer.org/media/education/swebok/swebok-v3.pdf, capítulo 6: control de cambios y autoridad de decisión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práctica pide al menos tres solicitudes relacionadas con RRHH. Registramos las tres en GitHub antes de escribir la nueva implementación. La primera corrige la liberación del comando que crea el generador. La segunda propone validar argumentos nulos. La tercera propone configurar el tiempo de espera. Elegimos la primera porque encontramos una responsabilidad de recurso sin delimitar y podemos comprobar una solución pequeña sin acceder a CMI. Las otras dos continúan abiertas: haberlas identificado no significa que estén aprobadas ni terminadas. Esta distinción demuestra control del alcance. Cada solicitud tiene su motivo, impacto, prioridad propuesta y criterios, y puede seguirse desde la matriz hasta su Issue.</a:t>
            </a:r>
          </a:p>
          <a:p xmlns:a="http://schemas.openxmlformats.org/drawingml/2006/main">
            <a:r>
              <a:t/>
            </a:r>
          </a:p>
          <a:p xmlns:a="http://schemas.openxmlformats.org/drawingml/2006/main">
            <a:r>
              <a:t>Fuentes y procedencia:</a:t>
            </a:r>
          </a:p>
          <a:p xmlns:a="http://schemas.openxmlformats.org/drawingml/2006/main">
            <a:r>
              <a:t>specs/c07_gestion_cambio.json</a:t>
            </a:r>
          </a:p>
          <a:p xmlns:a="http://schemas.openxmlformats.org/drawingml/2006/main">
            <a:r>
              <a:t>docs/semanas/semana09/01_gestion_cambio.md</a:t>
            </a:r>
          </a:p>
          <a:p xmlns:a="http://schemas.openxmlformats.org/drawingml/2006/main">
            <a:r>
              <a:t>evidencia/semanas/semana09/compilacion_y_pruebas.json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matriz compara las tres solicitudes usando los mismos criterios. En la primera cambia el final de vida del comando, con el riesgo de que alguien lo quiera reutilizar después. En la segunda cambiarían el tipo y el momento del error ante un argumento nulo, por lo que habría que revisar los consumidores. En la tercera cambiaría la configuración del comando y necesitaríamos definir límites y un valor predeterminado compatible. No asignamos horas o porcentajes de mejora sin medición. Las prioridades son propuestas para esta práctica. La matriz permite justificar la selección y evita que la corrección inicial se convierta informalmente en tres implementaciones distintas.</a:t>
            </a:r>
          </a:p>
          <a:p xmlns:a="http://schemas.openxmlformats.org/drawingml/2006/main">
            <a:r>
              <a:t/>
            </a:r>
          </a:p>
          <a:p xmlns:a="http://schemas.openxmlformats.org/drawingml/2006/main">
            <a:r>
              <a:t>Fuentes y procedencia:</a:t>
            </a:r>
          </a:p>
          <a:p xmlns:a="http://schemas.openxmlformats.org/drawingml/2006/main">
            <a:r>
              <a:t>specs/c07_gestion_cambio.json</a:t>
            </a:r>
          </a:p>
          <a:p xmlns:a="http://schemas.openxmlformats.org/drawingml/2006/main">
            <a:r>
              <a:t>docs/semanas/semana09/01_gestion_cambio.md</a:t>
            </a:r>
          </a:p>
          <a:p xmlns:a="http://schemas.openxmlformats.org/drawingml/2006/main">
            <a:r>
              <a:t>evidencia/semanas/semana09/compilacion_y_pruebas.json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Esta es la solicitud que sí ejecutamos. Su origen es la revisión del generador v4, no un incidente reportado por un usuario de producción. El formato identifica el problema, la razón, el alcance y la evidencia que necesitamos. Definimos dos caminos obligatorios: ejecución con resultado y ejecución con excepción. También dejamos claro qué debemos conservar: el mismo DataSet, la misma excepción del ejecutor y la propiedad del recurso cuando alguien usa Preparar directamente. La autorización general del usuario nos permite realizar la práctica y publicarla. La selección técnica queda documentada sin inventar una aprobación de un comité o una revisión independiente que no ocurrió.</a:t>
            </a:r>
          </a:p>
          <a:p xmlns:a="http://schemas.openxmlformats.org/drawingml/2006/main">
            <a:r>
              <a:t/>
            </a:r>
          </a:p>
          <a:p xmlns:a="http://schemas.openxmlformats.org/drawingml/2006/main">
            <a:r>
              <a:t>Fuentes y procedencia:</a:t>
            </a:r>
          </a:p>
          <a:p xmlns:a="http://schemas.openxmlformats.org/drawingml/2006/main">
            <a:r>
              <a:t>specs/c07_gestion_cambio.json</a:t>
            </a:r>
          </a:p>
          <a:p xmlns:a="http://schemas.openxmlformats.org/drawingml/2006/main">
            <a:r>
              <a:t>docs/semanas/semana09/01_gestion_cambio.md</a:t>
            </a:r>
          </a:p>
          <a:p xmlns:a="http://schemas.openxmlformats.org/drawingml/2006/main">
            <a:r>
              <a:t>evidencia/semanas/semana09/compilacion_y_pruebas.json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lado izquierdo muestra la ruta anterior: Preparar crea el contenedor del comando y el ejecutor lo utiliza. El método termina sin llamar explícitamente a Dispose sobre el contenedor. A la derecha delimitamos esa responsabilidad con using. El comando permanece disponible durante la llamada síncrona y se libera antes de salir del método, tanto al devolver el resultado como al propagarse un error del ejecutor. No copiamos ni reescribimos toda la aplicación. La biblioteca v5 selecciona este generador y reutiliza los componentes anteriores. Esta es la implementación visible del cambio; la explicación de gestión está en por qué lo solicitamos, qué riesgos evaluamos y cómo lo comprobamos.</a:t>
            </a:r>
          </a:p>
          <a:p xmlns:a="http://schemas.openxmlformats.org/drawingml/2006/main">
            <a:r>
              <a:t/>
            </a:r>
          </a:p>
          <a:p xmlns:a="http://schemas.openxmlformats.org/drawingml/2006/main">
            <a:r>
              <a:t>Fuentes y procedencia:</a:t>
            </a:r>
          </a:p>
          <a:p xmlns:a="http://schemas.openxmlformats.org/drawingml/2006/main">
            <a:r>
              <a:t>specs/c07_gestion_cambio.json</a:t>
            </a:r>
          </a:p>
          <a:p xmlns:a="http://schemas.openxmlformats.org/drawingml/2006/main">
            <a:r>
              <a:t>docs/semanas/semana09/01_gestion_cambio.md</a:t>
            </a:r>
          </a:p>
          <a:p xmlns:a="http://schemas.openxmlformats.org/drawingml/2006/main">
            <a:r>
              <a:t>evidencia/semanas/semana09/compilacion_y_pruebas.json</a:t>
            </a:r>
          </a:p>
          <a:p xmlns:a="http://schemas.openxmlformats.org/drawingml/2006/main">
            <a:r>
              <a:t>src/v4/caso_ioc/GeneradorReportes.cs</a:t>
            </a:r>
          </a:p>
          <a:p xmlns:a="http://schemas.openxmlformats.org/drawingml/2006/main">
            <a:r>
              <a:t>src/v5/caso_cambio/GeneradorReportes.cs</a:t>
            </a:r>
          </a:p>
          <a:p xmlns:a="http://schemas.openxmlformats.org/drawingml/2006/main">
            <a:r>
              <a:t>https://learn.microsoft.com/dotnet/csharp/language-reference/statements/using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pregunta importante es quién conserva la responsabilidad sobre cada recurso. Si llamamos Generar, el método crea el ComandoReporte para la ejecución y lo libera al terminar. Si llamamos Preparar directamente, recibimos el contenedor y debemos liberarlo nosotros. El DataSet devuelto es un objeto distinto: la prueba confirma que sigue siendo el mismo resultado y que podemos leer su tabla sintética. La conexión y el adaptador no pasan a ser propiedad del generador. Existe un límite relevante: el adaptador conserva SelectCommand apuntando al comando dispuesto. Por eso necesitamos revisar posibles consumidores externos antes de integrar esta biblioteca con la interfaz y CMI reales.</a:t>
            </a:r>
          </a:p>
          <a:p xmlns:a="http://schemas.openxmlformats.org/drawingml/2006/main">
            <a:r>
              <a:t/>
            </a:r>
          </a:p>
          <a:p xmlns:a="http://schemas.openxmlformats.org/drawingml/2006/main">
            <a:r>
              <a:t>Fuentes y procedencia:</a:t>
            </a:r>
          </a:p>
          <a:p xmlns:a="http://schemas.openxmlformats.org/drawingml/2006/main">
            <a:r>
              <a:t>specs/c07_gestion_cambio.json</a:t>
            </a:r>
          </a:p>
          <a:p xmlns:a="http://schemas.openxmlformats.org/drawingml/2006/main">
            <a:r>
              <a:t>docs/semanas/semana09/01_gestion_cambio.md</a:t>
            </a:r>
          </a:p>
          <a:p xmlns:a="http://schemas.openxmlformats.org/drawingml/2006/main">
            <a:r>
              <a:t>evidencia/semanas/semana09/compilacion_y_pruebas.json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 comenzamos mostrando solamente pruebas que pasan. Ejecutamos la suite nueva contra el generador anterior para comprobar que detecta precisamente la ausencia de liberación. Cuatro escenarios aprueban y dos fallan: Dispose después del éxito y después del error. La biblioteca y el harness sí compilan, por lo que este resultado no es un fallo de instalación. El ejecutor espía observa el evento Disposed del comando y devuelve datos sintéticos o lanza una excepción controlada. El harness limpia después de observar, para no confundir su propia limpieza con la del generador. Esto reproduce el comportamiento estudiado sin abrir una conexión ni medir una supuesta fuga en producción.</a:t>
            </a:r>
          </a:p>
          <a:p xmlns:a="http://schemas.openxmlformats.org/drawingml/2006/main">
            <a:r>
              <a:t/>
            </a:r>
          </a:p>
          <a:p xmlns:a="http://schemas.openxmlformats.org/drawingml/2006/main">
            <a:r>
              <a:t>Fuentes y procedencia:</a:t>
            </a:r>
          </a:p>
          <a:p xmlns:a="http://schemas.openxmlformats.org/drawingml/2006/main">
            <a:r>
              <a:t>specs/c07_gestion_cambio.json</a:t>
            </a:r>
          </a:p>
          <a:p xmlns:a="http://schemas.openxmlformats.org/drawingml/2006/main">
            <a:r>
              <a:t>docs/semanas/semana09/01_gestion_cambio.md</a:t>
            </a:r>
          </a:p>
          <a:p xmlns:a="http://schemas.openxmlformats.org/drawingml/2006/main">
            <a:r>
              <a:t>evidencia/semanas/semana09/compilacion_y_pruebas.json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 el nuevo generador, la misma suite de ciclo de vida aprueba sus seis escenarios. Además repetimos los dieciséis escenarios de IoC anteriores contra v5. Así comprobamos tanto el objetivo nuevo como los contratos que ya conocíamos. Las pruebas observan que el comando está disponible dentro del ejecutor y que después recibe Dispose. También comprueban la identidad del resultado y de la excepción, y la responsabilidad del llamador al usar Preparar. La biblioteca diagnóstica compila veintidós fuentes reutilizadas y nuevas. Estos números describen escenarios concretos y compilación; no son un porcentaje de cobertura ni demuestran que el sistema completo funcione conectado al servidor.</a:t>
            </a:r>
          </a:p>
          <a:p xmlns:a="http://schemas.openxmlformats.org/drawingml/2006/main">
            <a:r>
              <a:t/>
            </a:r>
          </a:p>
          <a:p xmlns:a="http://schemas.openxmlformats.org/drawingml/2006/main">
            <a:r>
              <a:t>Fuentes y procedencia:</a:t>
            </a:r>
          </a:p>
          <a:p xmlns:a="http://schemas.openxmlformats.org/drawingml/2006/main">
            <a:r>
              <a:t>specs/c07_gestion_cambio.json</a:t>
            </a:r>
          </a:p>
          <a:p xmlns:a="http://schemas.openxmlformats.org/drawingml/2006/main">
            <a:r>
              <a:t>docs/semanas/semana09/01_gestion_cambio.md</a:t>
            </a:r>
          </a:p>
          <a:p xmlns:a="http://schemas.openxmlformats.org/drawingml/2006/main">
            <a:r>
              <a:t>evidencia/semanas/semana09/compilacion_y_pruebas.json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Para reproducir el resultado se ejecuta primero compilar_v5.py y después verificar_v5.py. El primer comando compila la selección de fuentes y ejecuta los harness nuevos y de regresión. El segundo comprueba que los hashes, los artefactos y la evidencia corresponden al código actual; también verifica los archivos históricos protegidos y las exclusiones privadas. No usamos los main de las herramientas antiguas porque generarían resultados sobre sus carpetas históricas. Los compilados quedan en .local y los resultados permitidos en evidencia de semana nueve. El verificador conservó quinientos dieciséis blobs protegidos respecto de la base. El índice Git se revisa por separado antes de publicar.</a:t>
            </a:r>
          </a:p>
          <a:p xmlns:a="http://schemas.openxmlformats.org/drawingml/2006/main">
            <a:r>
              <a:t/>
            </a:r>
          </a:p>
          <a:p xmlns:a="http://schemas.openxmlformats.org/drawingml/2006/main">
            <a:r>
              <a:t>Fuentes y procedencia:</a:t>
            </a:r>
          </a:p>
          <a:p xmlns:a="http://schemas.openxmlformats.org/drawingml/2006/main">
            <a:r>
              <a:t>specs/c07_gestion_cambio.json</a:t>
            </a:r>
          </a:p>
          <a:p xmlns:a="http://schemas.openxmlformats.org/drawingml/2006/main">
            <a:r>
              <a:t>docs/semanas/semana09/01_gestion_cambio.md</a:t>
            </a:r>
          </a:p>
          <a:p xmlns:a="http://schemas.openxmlformats.org/drawingml/2006/main">
            <a:r>
              <a:t>evidencia/semanas/semana09/compilacion_y_pruebas.json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trazabilidad se puede recorrer en GitHub. Partimos de la Issue diez, donde registramos la solicitud antes de implementar. En la rama semanal aislamos el código, las pruebas y la documentación. El Pull Request trece reúne el diff y explica los resultados y los riesgos. Al integrarlo mediante squash en main, la referencia Closes cierra la solicitud implementada. Las Issues once y doce permanecen abiertas porque no las ejecutamos. Los commits mantienen sus fechas reales. Main es la línea de integración del proyecto académico y no representa un despliegue productivo. El estado definitivo y el identificador del commit pueden comprobarse desde el propio PR.</a:t>
            </a:r>
          </a:p>
          <a:p xmlns:a="http://schemas.openxmlformats.org/drawingml/2006/main">
            <a:r>
              <a:t/>
            </a:r>
          </a:p>
          <a:p xmlns:a="http://schemas.openxmlformats.org/drawingml/2006/main">
            <a:r>
              <a:t>Fuentes y procedencia:</a:t>
            </a:r>
          </a:p>
          <a:p xmlns:a="http://schemas.openxmlformats.org/drawingml/2006/main">
            <a:r>
              <a:t>specs/c07_gestion_cambio.json</a:t>
            </a:r>
          </a:p>
          <a:p xmlns:a="http://schemas.openxmlformats.org/drawingml/2006/main">
            <a:r>
              <a:t>docs/semanas/semana09/01_gestion_cambio.md</a:t>
            </a:r>
          </a:p>
          <a:p xmlns:a="http://schemas.openxmlformats.org/drawingml/2006/main">
            <a:r>
              <a:t>evidencia/semanas/semana09/compilacion_y_pruebas.json</a:t>
            </a:r>
          </a:p>
          <a:p xmlns:a="http://schemas.openxmlformats.org/drawingml/2006/main">
            <a:r>
              <a:t>https://github.com/KirderFaid13/RRHH-EvolucionSoftware/issues/10</a:t>
            </a:r>
          </a:p>
          <a:p xmlns:a="http://schemas.openxmlformats.org/drawingml/2006/main">
            <a:r>
              <a:t>https://github.com/KirderFaid13/RRHH-EvolucionSoftware/pull/13</a:t>
            </a:r>
          </a:p>
          <a:p xmlns:a="http://schemas.openxmlformats.org/drawingml/2006/main">
            <a:r>
              <a:t>https://docs.github.com/en/issues/tracking-your-work-with-issues/using-issues/linking-a-pull-request-to-an-issue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plan de reversión depende del estado real del cambio. Antes de integrar, una prueba fallida obliga a detenernos y revisar la propuesta. Después de integrar, una reversión debe identificar el commit correcto y crear una nueva revisión, conservando el historial. También requiere recompilar y comprobar el comportamiento restaurado; recuperar archivos por sí solo no verifica funcionamiento. En este caso no hay migraciones ni datos escritos, de modo que no existe una reversión de base asociada. Si otro cambio incluyera datos, necesitaría un procedimiento específico. Este es un plan previsto: no aplicamos una reversión sobre main para aparentar una recuperación que no necesitábamos.</a:t>
            </a:r>
          </a:p>
          <a:p xmlns:a="http://schemas.openxmlformats.org/drawingml/2006/main">
            <a:r>
              <a:t/>
            </a:r>
          </a:p>
          <a:p xmlns:a="http://schemas.openxmlformats.org/drawingml/2006/main">
            <a:r>
              <a:t>Fuentes y procedencia:</a:t>
            </a:r>
          </a:p>
          <a:p xmlns:a="http://schemas.openxmlformats.org/drawingml/2006/main">
            <a:r>
              <a:t>specs/c07_gestion_cambio.json</a:t>
            </a:r>
          </a:p>
          <a:p xmlns:a="http://schemas.openxmlformats.org/drawingml/2006/main">
            <a:r>
              <a:t>docs/semanas/semana09/01_gestion_cambio.md</a:t>
            </a:r>
          </a:p>
          <a:p xmlns:a="http://schemas.openxmlformats.org/drawingml/2006/main">
            <a:r>
              <a:t>evidencia/semanas/semana09/compilacion_y_pruebas.json</a:t>
            </a:r>
          </a:p>
          <a:p xmlns:a="http://schemas.openxmlformats.org/drawingml/2006/main">
            <a:r>
              <a:t>docs/semanas/semana09/04_flujo_y_reversion.md</a:t>
            </a:r>
          </a:p>
          <a:p xmlns:a="http://schemas.openxmlformats.org/drawingml/2006/main">
            <a:r>
              <a:t>https://git-scm.com/docs/git-revert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Concluimos mostrando el resultado y su alcance. Mejoramos una responsabilidad concreta sobre el comando y demostramos el cambio con pruebas antes y después, más regresión. También aplicamos el proceso de gestión: registramos tres solicitudes, analizamos su impacto, seleccionamos una y conservamos las demás como propuestas pendientes. La integración real con CMI y la interfaz no se ha probado. Tampoco medimos memoria, handles, rendimiento o seguridad. El adaptador y los consumidores no recuperados siguen siendo un punto de revisión. Si el docente pregunta por qué no implementamos las tres, la respuesta es que el enunciado pide identificarlas y evaluarlas, y el control del alcance permite demostrar correctamente una intervención seleccionada.</a:t>
            </a:r>
          </a:p>
          <a:p xmlns:a="http://schemas.openxmlformats.org/drawingml/2006/main">
            <a:r>
              <a:t/>
            </a:r>
          </a:p>
          <a:p xmlns:a="http://schemas.openxmlformats.org/drawingml/2006/main">
            <a:r>
              <a:t>Fuentes y procedencia:</a:t>
            </a:r>
          </a:p>
          <a:p xmlns:a="http://schemas.openxmlformats.org/drawingml/2006/main">
            <a:r>
              <a:t>specs/c07_gestion_cambio.json</a:t>
            </a:r>
          </a:p>
          <a:p xmlns:a="http://schemas.openxmlformats.org/drawingml/2006/main">
            <a:r>
              <a:t>docs/semanas/semana09/01_gestion_cambio.md</a:t>
            </a:r>
          </a:p>
          <a:p xmlns:a="http://schemas.openxmlformats.org/drawingml/2006/main">
            <a:r>
              <a:t>evidencia/semanas/semana09/compilacion_y_pruebas.json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9d02ef8c3d647e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55c1b07c25548a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5814ff601f643a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fafc7291a76490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4cd643b74a6449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3ed4db3beb4492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1782BB6-F4F6-4A0E-A9FE-AE7CF94DEFD6}"/>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B3A84D9F-F4D3-40C1-8D8C-8F86347BCE3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8B576F3C-8037-453E-85C1-E3C3EA0CD83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E253C7C-6B09-4695-9B7C-174AC464F27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811B3EB1-5501-449C-968B-C58B5EB5D774}"/>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8EA6D91-EAFB-47FD-934C-2D3E942BDA6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F0E87C9-9AC0-462B-A278-8DAC671E486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53A644DF-8215-4FE7-9484-174FF7A022DD}"/>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FAC79D5-BD19-4C00-92E3-64181C2EDA9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CDBC036-CB2E-41DD-ACED-B6F763BD6CD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4ca80bdca864925" /><Relationship Type="http://schemas.openxmlformats.org/officeDocument/2006/relationships/slideLayout" Target="/ppt/slideLayouts/slideLayout1.xml" Id="R3057ac4928e747e6" /><Relationship Type="http://schemas.openxmlformats.org/officeDocument/2006/relationships/slideLayout" Target="/ppt/slideLayouts/slideLayout2.xml" Id="R0f9bc8f559904ffe" /><Relationship Type="http://schemas.openxmlformats.org/officeDocument/2006/relationships/slideLayout" Target="/ppt/slideLayouts/slideLayout3.xml" Id="R305dc5cc7d9a4de4" /><Relationship Type="http://schemas.openxmlformats.org/officeDocument/2006/relationships/slideLayout" Target="/ppt/slideLayouts/slideLayout4.xml" Id="Rf177680b4b06432f" /><Relationship Type="http://schemas.openxmlformats.org/officeDocument/2006/relationships/slideLayout" Target="/ppt/slideLayouts/slideLayout5.xml" Id="R786cbfad05d34cb2" /><Relationship Type="http://schemas.openxmlformats.org/officeDocument/2006/relationships/slideLayout" Target="/ppt/slideLayouts/slideLayout6.xml" Id="R7dd76367c7b945b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057ac4928e747e6"/>
    <p:sldLayoutId xmlns:r="http://schemas.openxmlformats.org/officeDocument/2006/relationships" id="2147483650" r:id="R0f9bc8f559904ffe"/>
    <p:sldLayoutId xmlns:r="http://schemas.openxmlformats.org/officeDocument/2006/relationships" id="2147483651" r:id="R305dc5cc7d9a4de4"/>
    <p:sldLayoutId xmlns:r="http://schemas.openxmlformats.org/officeDocument/2006/relationships" id="2147483652" r:id="Rf177680b4b06432f"/>
    <p:sldLayoutId xmlns:r="http://schemas.openxmlformats.org/officeDocument/2006/relationships" id="2147483653" r:id="R786cbfad05d34cb2"/>
    <p:sldLayoutId xmlns:r="http://schemas.openxmlformats.org/officeDocument/2006/relationships" id="2147483654" r:id="R7dd76367c7b945b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ns0:Relationships xmlns:ns0="http://schemas.openxmlformats.org/package/2006/relationships"><ns0:Relationship Type="http://schemas.openxmlformats.org/officeDocument/2006/relationships/slideLayout" Target="/ppt/slideLayouts/slideLayout6.xml" Id="Rd0273b60c880421d" /><ns0:Relationship Type="http://schemas.openxmlformats.org/officeDocument/2006/relationships/image" Target="/ppt/media/theory_review_image.png" Id="Rbe40f9b359544b2c" /><ns0:Relationship Type="http://schemas.openxmlformats.org/officeDocument/2006/relationships/notesSlide" Target="/ppt/notesSlides/notesSlide1.xml" Id="Rd802747343ca4653" /></ns0:Relationships>
</file>

<file path=ppt/slides/_rels/slide2.xml.rels><?xml version='1.0' encoding='utf-8'?>
<ns0:Relationships xmlns:ns0="http://schemas.openxmlformats.org/package/2006/relationships"><ns0:Relationship Type="http://schemas.openxmlformats.org/officeDocument/2006/relationships/slideLayout" Target="/ppt/slideLayouts/slideLayout6.xml" Id="Rc737512d922f49cb" /><ns0:Relationship Type="http://schemas.openxmlformats.org/officeDocument/2006/relationships/image" Target="/ppt/media/theory_review_image2.png" Id="Rc76ddfe1e71c451d" /><ns0:Relationship Type="http://schemas.openxmlformats.org/officeDocument/2006/relationships/notesSlide" Target="/ppt/notesSlides/notesSlide2.xml" Id="Rb8823918caee4c46" /></ns0:Relationships>
</file>

<file path=ppt/slides/_rels/slide3.xml.rels><?xml version='1.0' encoding='utf-8'?>
<ns0:Relationships xmlns:ns0="http://schemas.openxmlformats.org/package/2006/relationships"><ns0:Relationship Type="http://schemas.openxmlformats.org/officeDocument/2006/relationships/slideLayout" Target="/ppt/slideLayouts/slideLayout6.xml" Id="R76c18edeb2ac452d" /><ns0:Relationship Type="http://schemas.openxmlformats.org/officeDocument/2006/relationships/notesSlide" Target="/ppt/notesSlides/notesSlide3.xml" Id="Rba711f738328430d" /></ns0:Relationships>
</file>

<file path=ppt/slides/_rels/slide4.xml.rels><?xml version='1.0' encoding='utf-8'?>
<ns0:Relationships xmlns:ns0="http://schemas.openxmlformats.org/package/2006/relationships"><ns0:Relationship Type="http://schemas.openxmlformats.org/officeDocument/2006/relationships/slideLayout" Target="/ppt/slideLayouts/slideLayout6.xml" Id="R3aa104b912e24c27" /><ns0:Relationship Type="http://schemas.openxmlformats.org/officeDocument/2006/relationships/notesSlide" Target="/ppt/notesSlides/notesSlide4.xml" Id="Re1c6d8a09ee34e50" /></ns0:Relationships>
</file>

<file path=ppt/slides/_rels/slide5.xml.rels><?xml version='1.0' encoding='utf-8'?>
<ns0:Relationships xmlns:ns0="http://schemas.openxmlformats.org/package/2006/relationships"><ns0:Relationship Type="http://schemas.openxmlformats.org/officeDocument/2006/relationships/slideLayout" Target="/ppt/slideLayouts/slideLayout6.xml" Id="Rbd8860f924cb45b2" /><ns0:Relationship Type="http://schemas.openxmlformats.org/officeDocument/2006/relationships/notesSlide" Target="/ppt/notesSlides/notesSlide5.xml" Id="Rb55a607d4ce64ead" /></ns0:Relationships>
</file>

<file path=ppt/slides/_rels/slide6.xml.rels><?xml version='1.0' encoding='utf-8'?>
<ns0:Relationships xmlns:ns0="http://schemas.openxmlformats.org/package/2006/relationships"><ns0:Relationship Type="http://schemas.openxmlformats.org/officeDocument/2006/relationships/slideLayout" Target="/ppt/slideLayouts/slideLayout6.xml" Id="R1b8004b8fb8a4140" /><ns0:Relationship Type="http://schemas.openxmlformats.org/officeDocument/2006/relationships/notesSlide" Target="/ppt/notesSlides/notesSlide6.xml" Id="R3fe19fe636804606" /></ns0:Relationships>
</file>

<file path=ppt/slides/_rels/slide7.xml.rels><?xml version='1.0' encoding='utf-8'?>
<ns0:Relationships xmlns:ns0="http://schemas.openxmlformats.org/package/2006/relationships"><ns0:Relationship Type="http://schemas.openxmlformats.org/officeDocument/2006/relationships/slideLayout" Target="/ppt/slideLayouts/slideLayout6.xml" Id="R476aa224ec984f03" /><ns0:Relationship Type="http://schemas.openxmlformats.org/officeDocument/2006/relationships/notesSlide" Target="/ppt/notesSlides/notesSlide7.xml" Id="R41a630fea4a9485b" /></ns0:Relationships>
</file>

<file path=ppt/slides/_rels/slide8.xml.rels><?xml version='1.0' encoding='utf-8'?>
<ns0:Relationships xmlns:ns0="http://schemas.openxmlformats.org/package/2006/relationships"><ns0:Relationship Type="http://schemas.openxmlformats.org/officeDocument/2006/relationships/slideLayout" Target="/ppt/slideLayouts/slideLayout6.xml" Id="R40affa25382a4150" /><ns0:Relationship Type="http://schemas.openxmlformats.org/officeDocument/2006/relationships/notesSlide" Target="/ppt/notesSlides/notesSlide8.xml" Id="Rb11f3544251d4eeb" /></ns0:Relationships>
</file>

<file path=ppt/slides/_rels/slide9.xml.rels><?xml version='1.0' encoding='utf-8'?>
<ns0:Relationships xmlns:ns0="http://schemas.openxmlformats.org/package/2006/relationships"><ns0:Relationship Type="http://schemas.openxmlformats.org/officeDocument/2006/relationships/slideLayout" Target="/ppt/slideLayouts/slideLayout6.xml" Id="R9b780a0771404240" /><ns0:Relationship Type="http://schemas.openxmlformats.org/officeDocument/2006/relationships/notesSlide" Target="/ppt/notesSlides/notesSlide9.xml" Id="R124c3a2e55a84cca" /></ns0:Relationships>
</file>

<file path=ppt/slides/_rels/slide10.xml.rels><?xml version='1.0' encoding='utf-8'?>
<ns0:Relationships xmlns:ns0="http://schemas.openxmlformats.org/package/2006/relationships"><ns0:Relationship Type="http://schemas.openxmlformats.org/officeDocument/2006/relationships/slideLayout" Target="/ppt/slideLayouts/slideLayout6.xml" Id="R60e68f4f88434b52" /><ns0:Relationship Type="http://schemas.openxmlformats.org/officeDocument/2006/relationships/notesSlide" Target="/ppt/notesSlides/notesSlide10.xml" Id="Redca4e53e5cc4d60" /></ns0:Relationships>
</file>

<file path=ppt/slides/_rels/slide11.xml.rels><?xml version='1.0' encoding='utf-8'?>
<ns0:Relationships xmlns:ns0="http://schemas.openxmlformats.org/package/2006/relationships"><ns0:Relationship Type="http://schemas.openxmlformats.org/officeDocument/2006/relationships/slideLayout" Target="/ppt/slideLayouts/slideLayout6.xml" Id="Rdf05b743c88e418e" /><ns0:Relationship Type="http://schemas.openxmlformats.org/officeDocument/2006/relationships/notesSlide" Target="/ppt/notesSlides/notesSlide11.xml" Id="R6bba7435628e4040" /></ns0:Relationships>
</file>

<file path=ppt/slides/_rels/slide12.xml.rels><?xml version='1.0' encoding='utf-8'?>
<ns0:Relationships xmlns:ns0="http://schemas.openxmlformats.org/package/2006/relationships"><ns0:Relationship Type="http://schemas.openxmlformats.org/officeDocument/2006/relationships/slideLayout" Target="/ppt/slideLayouts/slideLayout6.xml" Id="R482a754dab884729" /><ns0:Relationship Type="http://schemas.openxmlformats.org/officeDocument/2006/relationships/notesSlide" Target="/ppt/notesSlides/notesSlide12.xml" Id="Ree0903f5e7504c9d" /></ns0:Relationships>
</file>

<file path=ppt/slides/_rels/slide13.xml.rels><?xml version='1.0' encoding='utf-8'?>
<ns0:Relationships xmlns:ns0="http://schemas.openxmlformats.org/package/2006/relationships"><ns0:Relationship Type="http://schemas.openxmlformats.org/officeDocument/2006/relationships/slideLayout" Target="/ppt/slideLayouts/slideLayout6.xml" Id="Rda5ebb46aab04756" /><ns0:Relationship Type="http://schemas.openxmlformats.org/officeDocument/2006/relationships/notesSlide" Target="/ppt/notesSlides/notesSlide13.xml" Id="R5894cec5638a480d" /></ns0:Relationships>
</file>

<file path=ppt/slides/_rels/slide14.xml.rels><?xml version='1.0' encoding='utf-8'?>
<ns0:Relationships xmlns:ns0="http://schemas.openxmlformats.org/package/2006/relationships"><ns0:Relationship Type="http://schemas.openxmlformats.org/officeDocument/2006/relationships/slideLayout" Target="/ppt/slideLayouts/slideLayout6.xml" Id="Rd72cdce33db64212" /><ns0:Relationship Type="http://schemas.openxmlformats.org/officeDocument/2006/relationships/notesSlide" Target="/ppt/notesSlides/notesSlide14.xml" Id="Rc6deadf4f1044ae4" /></ns0:Relationships>
</file>

<file path=ppt/slides/_rels/slide15.xml.rels><?xml version='1.0' encoding='utf-8'?>
<ns0:Relationships xmlns:ns0="http://schemas.openxmlformats.org/package/2006/relationships"><ns0:Relationship Type="http://schemas.openxmlformats.org/officeDocument/2006/relationships/slideLayout" Target="/ppt/slideLayouts/slideLayout6.xml" Id="Rd285eecb9ced42e8" /><ns0:Relationship Type="http://schemas.openxmlformats.org/officeDocument/2006/relationships/notesSlide" Target="/ppt/notesSlides/notesSlide15.xml" Id="Rb84b063f92df4028" /></ns0: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9a92b4750c914934" /><Relationship Type="http://schemas.openxmlformats.org/officeDocument/2006/relationships/notesSlide" Target="/ppt/notesSlides/notesSlide16.xml" Id="Rbd758f03a4264762"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e876ffa0af484599" /><Relationship Type="http://schemas.openxmlformats.org/officeDocument/2006/relationships/notesSlide" Target="/ppt/notesSlides/notesSlide17.xml" Id="R7bc61e5eed2246d9"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8f36c75fc1c64f85" /><Relationship Type="http://schemas.openxmlformats.org/officeDocument/2006/relationships/notesSlide" Target="/ppt/notesSlides/notesSlide18.xml" Id="R0907d67418c848d5"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4d976ac08bd743d4" /><Relationship Type="http://schemas.openxmlformats.org/officeDocument/2006/relationships/notesSlide" Target="/ppt/notesSlides/notesSlide19.xml" Id="R009cd65a7c864e29"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01be2d356d8646b9" /><Relationship Type="http://schemas.openxmlformats.org/officeDocument/2006/relationships/notesSlide" Target="/ppt/notesSlides/notesSlide20.xml" Id="Rc478c607ef6d43b0"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12b7c7205bb84ba7" /><Relationship Type="http://schemas.openxmlformats.org/officeDocument/2006/relationships/notesSlide" Target="/ppt/notesSlides/notesSlide21.xml" Id="R24a9a51a8f244588"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67c8ee29d15f4bbc" /><Relationship Type="http://schemas.openxmlformats.org/officeDocument/2006/relationships/notesSlide" Target="/ppt/notesSlides/notesSlide22.xml" Id="Rd12d469a675b4b0f"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0fd464bfb00646dd" /><Relationship Type="http://schemas.openxmlformats.org/officeDocument/2006/relationships/notesSlide" Target="/ppt/notesSlides/notesSlide23.xml" Id="R1a365ebd00544f01"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2f5bf2c2158e434e" /><Relationship Type="http://schemas.openxmlformats.org/officeDocument/2006/relationships/notesSlide" Target="/ppt/notesSlides/notesSlide24.xml" Id="Rab9983e1394c4e15"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97b6ff22ce144340" /><Relationship Type="http://schemas.openxmlformats.org/officeDocument/2006/relationships/notesSlide" Target="/ppt/notesSlides/notesSlide25.xml" Id="R7c0e46ddc5904026"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40e6e8dc534c4901" /><Relationship Type="http://schemas.openxmlformats.org/officeDocument/2006/relationships/notesSlide" Target="/ppt/notesSlides/notesSlide26.xml" Id="R161940b9ef174b8c" /></Relationships>
</file>

<file path=ppt/slides/slide1.xml><?xml version="1.0" encoding="utf-8"?>
<p:sld xmlns:p="http://schemas.openxmlformats.org/presentationml/2006/main">
  <p:cSld>
    <p:bg>
      <p:bgPr>
        <a:solidFill xmlns:a="http://schemas.openxmlformats.org/drawingml/2006/main">
          <a:srgbClr val="F6F1E8"/>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A337A21E-0621-4ECD-862F-055A37EAC098}"/>
              </a:ext>
            </a:extLst>
          </p:cNvPr>
          <p:cNvPicPr>
            <a:picLocks xmlns:a="http://schemas.openxmlformats.org/drawingml/2006/main" noChangeAspect="1"/>
          </p:cNvPicPr>
          <p:nvPr/>
        </p:nvPicPr>
        <p:blipFill>
          <a:blip xmlns:r="http://schemas.openxmlformats.org/officeDocument/2006/relationships" xmlns:a="http://schemas.openxmlformats.org/drawingml/2006/main" r:embed="Rbe40f9b359544b2c"/>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titulo-portada">
            <a:extLst xmlns:a="http://schemas.openxmlformats.org/drawingml/2006/main">
              <a:ext uri="{FF2B5EF4-FFF2-40B4-BE49-F238E27FC236}">
                <a16:creationId xmlns:a16="http://schemas.microsoft.com/office/drawing/2014/main" id="{710ED7EF-181B-4DE9-AF32-9187E6CD9AE2}"/>
              </a:ext>
            </a:extLst>
          </p:cNvPr>
          <p:cNvSpPr>
            <a:spLocks xmlns:a="http://schemas.openxmlformats.org/drawingml/2006/main" noGrp="1"/>
          </p:cNvSpPr>
          <p:nvPr/>
        </p:nvSpPr>
        <p:spPr>
          <a:xfrm xmlns:a="http://schemas.openxmlformats.org/drawingml/2006/main">
            <a:off x="609600" y="609600"/>
            <a:ext cx="4810125"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00" b="1">
                <a:solidFill>
                  <a:srgbClr val="11233E"/>
                </a:solidFill>
                <a:latin typeface="Arial"/>
                <a:ea typeface="Arial"/>
                <a:cs typeface="Arial"/>
              </a:defRPr>
            </a:defPPr>
            <a:lvl1pPr algn="l">
              <a:defRPr sz="4200" b="1">
                <a:solidFill>
                  <a:srgbClr val="11233E"/>
                </a:solidFill>
                <a:latin typeface="Arial"/>
                <a:ea typeface="Arial"/>
                <a:cs typeface="Arial"/>
              </a:defRPr>
            </a:lvl1pPr>
            <a:lvl2pPr algn="l">
              <a:defRPr sz="4200" b="1">
                <a:solidFill>
                  <a:srgbClr val="11233E"/>
                </a:solidFill>
                <a:latin typeface="Arial"/>
                <a:ea typeface="Arial"/>
                <a:cs typeface="Arial"/>
              </a:defRPr>
            </a:lvl2pPr>
            <a:lvl3pPr algn="l">
              <a:defRPr sz="4200" b="1">
                <a:solidFill>
                  <a:srgbClr val="11233E"/>
                </a:solidFill>
                <a:latin typeface="Arial"/>
                <a:ea typeface="Arial"/>
                <a:cs typeface="Arial"/>
              </a:defRPr>
            </a:lvl3pPr>
            <a:lvl4pPr algn="l">
              <a:defRPr sz="4200" b="1">
                <a:solidFill>
                  <a:srgbClr val="11233E"/>
                </a:solidFill>
                <a:latin typeface="Arial"/>
                <a:ea typeface="Arial"/>
                <a:cs typeface="Arial"/>
              </a:defRPr>
            </a:lvl4pPr>
            <a:lvl5pPr algn="l">
              <a:defRPr sz="4200" b="1">
                <a:solidFill>
                  <a:srgbClr val="11233E"/>
                </a:solidFill>
                <a:latin typeface="Arial"/>
                <a:ea typeface="Arial"/>
                <a:cs typeface="Arial"/>
              </a:defRPr>
            </a:lvl5pPr>
            <a:lvl6pPr algn="l">
              <a:defRPr sz="4200" b="1">
                <a:solidFill>
                  <a:srgbClr val="11233E"/>
                </a:solidFill>
                <a:latin typeface="Arial"/>
                <a:ea typeface="Arial"/>
                <a:cs typeface="Arial"/>
              </a:defRPr>
            </a:lvl6pPr>
            <a:lvl7pPr algn="l">
              <a:defRPr sz="4200" b="1">
                <a:solidFill>
                  <a:srgbClr val="11233E"/>
                </a:solidFill>
                <a:latin typeface="Arial"/>
                <a:ea typeface="Arial"/>
                <a:cs typeface="Arial"/>
              </a:defRPr>
            </a:lvl7pPr>
            <a:lvl8pPr algn="l">
              <a:defRPr sz="4200" b="1">
                <a:solidFill>
                  <a:srgbClr val="11233E"/>
                </a:solidFill>
                <a:latin typeface="Arial"/>
                <a:ea typeface="Arial"/>
                <a:cs typeface="Arial"/>
              </a:defRPr>
            </a:lvl8pPr>
            <a:lvl9pPr algn="l">
              <a:defRPr sz="4200" b="1">
                <a:solidFill>
                  <a:srgbClr val="11233E"/>
                </a:solidFill>
                <a:latin typeface="Arial"/>
                <a:ea typeface="Arial"/>
                <a:cs typeface="Arial"/>
              </a:defRPr>
            </a:lvl9pPr>
          </a:lstStyle>
          <a:p xmlns:a="http://schemas.openxmlformats.org/drawingml/2006/main">
            <a:pPr algn="l">
              <a:lnSpc>
                <a:spcPct val="108000"/>
              </a:lnSpc>
              <a:buNone/>
              <a:defRPr sz="4200" b="1">
                <a:solidFill>
                  <a:srgbClr val="11233E"/>
                </a:solidFill>
                <a:latin typeface="Arial"/>
                <a:ea typeface="Arial"/>
                <a:cs typeface="Arial"/>
              </a:defRPr>
            </a:pPr>
            <a:r>
              <a:rPr sz="4200" b="1">
                <a:solidFill>
                  <a:srgbClr val="11233E"/>
                </a:solidFill>
                <a:latin typeface="Arial"/>
                <a:ea typeface="Arial"/>
                <a:cs typeface="Arial"/>
              </a:rPr>
              <a:t>Gestión del cambio en software</a:t>
            </a:r>
          </a:p>
        </p:txBody>
      </p:sp>
      <p:sp>
        <p:nvSpPr>
          <p:cNvPr id="3" name="proposito-portada">
            <a:extLst xmlns:a="http://schemas.openxmlformats.org/drawingml/2006/main">
              <a:ext uri="{FF2B5EF4-FFF2-40B4-BE49-F238E27FC236}">
                <a16:creationId xmlns:a16="http://schemas.microsoft.com/office/drawing/2014/main" id="{68198C1D-BBF7-41F7-B31B-442B73F7C985}"/>
              </a:ext>
            </a:extLst>
          </p:cNvPr>
          <p:cNvSpPr>
            <a:spLocks xmlns:a="http://schemas.openxmlformats.org/drawingml/2006/main" noGrp="1"/>
          </p:cNvSpPr>
          <p:nvPr/>
        </p:nvSpPr>
        <p:spPr>
          <a:xfrm xmlns:a="http://schemas.openxmlformats.org/drawingml/2006/main">
            <a:off x="609600" y="2647950"/>
            <a:ext cx="47053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2456A6"/>
                </a:solidFill>
                <a:latin typeface="Arial"/>
                <a:ea typeface="Arial"/>
                <a:cs typeface="Arial"/>
              </a:defRPr>
            </a:defPPr>
            <a:lvl1pPr algn="l">
              <a:defRPr sz="2400" b="0">
                <a:solidFill>
                  <a:srgbClr val="2456A6"/>
                </a:solidFill>
                <a:latin typeface="Arial"/>
                <a:ea typeface="Arial"/>
                <a:cs typeface="Arial"/>
              </a:defRPr>
            </a:lvl1pPr>
            <a:lvl2pPr algn="l">
              <a:defRPr sz="2400" b="0">
                <a:solidFill>
                  <a:srgbClr val="2456A6"/>
                </a:solidFill>
                <a:latin typeface="Arial"/>
                <a:ea typeface="Arial"/>
                <a:cs typeface="Arial"/>
              </a:defRPr>
            </a:lvl2pPr>
            <a:lvl3pPr algn="l">
              <a:defRPr sz="2400" b="0">
                <a:solidFill>
                  <a:srgbClr val="2456A6"/>
                </a:solidFill>
                <a:latin typeface="Arial"/>
                <a:ea typeface="Arial"/>
                <a:cs typeface="Arial"/>
              </a:defRPr>
            </a:lvl3pPr>
            <a:lvl4pPr algn="l">
              <a:defRPr sz="2400" b="0">
                <a:solidFill>
                  <a:srgbClr val="2456A6"/>
                </a:solidFill>
                <a:latin typeface="Arial"/>
                <a:ea typeface="Arial"/>
                <a:cs typeface="Arial"/>
              </a:defRPr>
            </a:lvl4pPr>
            <a:lvl5pPr algn="l">
              <a:defRPr sz="2400" b="0">
                <a:solidFill>
                  <a:srgbClr val="2456A6"/>
                </a:solidFill>
                <a:latin typeface="Arial"/>
                <a:ea typeface="Arial"/>
                <a:cs typeface="Arial"/>
              </a:defRPr>
            </a:lvl5pPr>
            <a:lvl6pPr algn="l">
              <a:defRPr sz="2400" b="0">
                <a:solidFill>
                  <a:srgbClr val="2456A6"/>
                </a:solidFill>
                <a:latin typeface="Arial"/>
                <a:ea typeface="Arial"/>
                <a:cs typeface="Arial"/>
              </a:defRPr>
            </a:lvl6pPr>
            <a:lvl7pPr algn="l">
              <a:defRPr sz="2400" b="0">
                <a:solidFill>
                  <a:srgbClr val="2456A6"/>
                </a:solidFill>
                <a:latin typeface="Arial"/>
                <a:ea typeface="Arial"/>
                <a:cs typeface="Arial"/>
              </a:defRPr>
            </a:lvl7pPr>
            <a:lvl8pPr algn="l">
              <a:defRPr sz="2400" b="0">
                <a:solidFill>
                  <a:srgbClr val="2456A6"/>
                </a:solidFill>
                <a:latin typeface="Arial"/>
                <a:ea typeface="Arial"/>
                <a:cs typeface="Arial"/>
              </a:defRPr>
            </a:lvl8pPr>
            <a:lvl9pPr algn="l">
              <a:defRPr sz="2400" b="0">
                <a:solidFill>
                  <a:srgbClr val="2456A6"/>
                </a:solidFill>
                <a:latin typeface="Arial"/>
                <a:ea typeface="Arial"/>
                <a:cs typeface="Arial"/>
              </a:defRPr>
            </a:lvl9pPr>
          </a:lstStyle>
          <a:p xmlns:a="http://schemas.openxmlformats.org/drawingml/2006/main">
            <a:pPr algn="l">
              <a:lnSpc>
                <a:spcPct val="108000"/>
              </a:lnSpc>
              <a:buNone/>
              <a:defRPr sz="2400" b="0">
                <a:solidFill>
                  <a:srgbClr val="2456A6"/>
                </a:solidFill>
                <a:latin typeface="Arial"/>
                <a:ea typeface="Arial"/>
                <a:cs typeface="Arial"/>
              </a:defRPr>
            </a:pPr>
            <a:r>
              <a:rPr sz="2400" b="0">
                <a:solidFill>
                  <a:srgbClr val="2456A6"/>
                </a:solidFill>
                <a:latin typeface="Arial"/>
                <a:ea typeface="Arial"/>
                <a:cs typeface="Arial"/>
              </a:rPr>
              <a:t>Caso hipotético: transferir una entrada digital con seguridad.</a:t>
            </a:r>
          </a:p>
        </p:txBody>
      </p:sp>
      <p:sp>
        <p:nvSpPr>
          <p:cNvPr id="4" name="autoria-0">
            <a:extLst xmlns:a="http://schemas.openxmlformats.org/drawingml/2006/main">
              <a:ext uri="{FF2B5EF4-FFF2-40B4-BE49-F238E27FC236}">
                <a16:creationId xmlns:a16="http://schemas.microsoft.com/office/drawing/2014/main" id="{FA4C4336-1A13-444A-A140-67CD53A6EBE7}"/>
              </a:ext>
            </a:extLst>
          </p:cNvPr>
          <p:cNvSpPr>
            <a:spLocks xmlns:a="http://schemas.openxmlformats.org/drawingml/2006/main" noGrp="1"/>
          </p:cNvSpPr>
          <p:nvPr/>
        </p:nvSpPr>
        <p:spPr>
          <a:xfrm xmlns:a="http://schemas.openxmlformats.org/drawingml/2006/main">
            <a:off x="609600" y="3848100"/>
            <a:ext cx="4857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11233E"/>
                </a:solidFill>
                <a:latin typeface="Arial"/>
                <a:ea typeface="Arial"/>
                <a:cs typeface="Arial"/>
              </a:defRPr>
            </a:defPPr>
            <a:lvl1pPr algn="l">
              <a:defRPr sz="2250" b="0">
                <a:solidFill>
                  <a:srgbClr val="11233E"/>
                </a:solidFill>
                <a:latin typeface="Arial"/>
                <a:ea typeface="Arial"/>
                <a:cs typeface="Arial"/>
              </a:defRPr>
            </a:lvl1pPr>
            <a:lvl2pPr algn="l">
              <a:defRPr sz="2250" b="0">
                <a:solidFill>
                  <a:srgbClr val="11233E"/>
                </a:solidFill>
                <a:latin typeface="Arial"/>
                <a:ea typeface="Arial"/>
                <a:cs typeface="Arial"/>
              </a:defRPr>
            </a:lvl2pPr>
            <a:lvl3pPr algn="l">
              <a:defRPr sz="2250" b="0">
                <a:solidFill>
                  <a:srgbClr val="11233E"/>
                </a:solidFill>
                <a:latin typeface="Arial"/>
                <a:ea typeface="Arial"/>
                <a:cs typeface="Arial"/>
              </a:defRPr>
            </a:lvl3pPr>
            <a:lvl4pPr algn="l">
              <a:defRPr sz="2250" b="0">
                <a:solidFill>
                  <a:srgbClr val="11233E"/>
                </a:solidFill>
                <a:latin typeface="Arial"/>
                <a:ea typeface="Arial"/>
                <a:cs typeface="Arial"/>
              </a:defRPr>
            </a:lvl4pPr>
            <a:lvl5pPr algn="l">
              <a:defRPr sz="2250" b="0">
                <a:solidFill>
                  <a:srgbClr val="11233E"/>
                </a:solidFill>
                <a:latin typeface="Arial"/>
                <a:ea typeface="Arial"/>
                <a:cs typeface="Arial"/>
              </a:defRPr>
            </a:lvl5pPr>
            <a:lvl6pPr algn="l">
              <a:defRPr sz="2250" b="0">
                <a:solidFill>
                  <a:srgbClr val="11233E"/>
                </a:solidFill>
                <a:latin typeface="Arial"/>
                <a:ea typeface="Arial"/>
                <a:cs typeface="Arial"/>
              </a:defRPr>
            </a:lvl6pPr>
            <a:lvl7pPr algn="l">
              <a:defRPr sz="2250" b="0">
                <a:solidFill>
                  <a:srgbClr val="11233E"/>
                </a:solidFill>
                <a:latin typeface="Arial"/>
                <a:ea typeface="Arial"/>
                <a:cs typeface="Arial"/>
              </a:defRPr>
            </a:lvl7pPr>
            <a:lvl8pPr algn="l">
              <a:defRPr sz="2250" b="0">
                <a:solidFill>
                  <a:srgbClr val="11233E"/>
                </a:solidFill>
                <a:latin typeface="Arial"/>
                <a:ea typeface="Arial"/>
                <a:cs typeface="Arial"/>
              </a:defRPr>
            </a:lvl8pPr>
            <a:lvl9pPr algn="l">
              <a:defRPr sz="2250" b="0">
                <a:solidFill>
                  <a:srgbClr val="11233E"/>
                </a:solidFill>
                <a:latin typeface="Arial"/>
                <a:ea typeface="Arial"/>
                <a:cs typeface="Arial"/>
              </a:defRPr>
            </a:lvl9pPr>
          </a:lstStyle>
          <a:p xmlns:a="http://schemas.openxmlformats.org/drawingml/2006/main">
            <a:pPr algn="l">
              <a:lnSpc>
                <a:spcPct val="108000"/>
              </a:lnSpc>
              <a:buNone/>
              <a:defRPr sz="2250" b="0">
                <a:solidFill>
                  <a:srgbClr val="11233E"/>
                </a:solidFill>
                <a:latin typeface="Arial"/>
                <a:ea typeface="Arial"/>
                <a:cs typeface="Arial"/>
              </a:defRPr>
            </a:pPr>
            <a:r>
              <a:rPr sz="2250" b="0">
                <a:solidFill>
                  <a:srgbClr val="11233E"/>
                </a:solidFill>
                <a:latin typeface="Arial"/>
                <a:ea typeface="Arial"/>
                <a:cs typeface="Arial"/>
              </a:rPr>
              <a:t>CUBA GONZALEZ, Adrian Giovanni</a:t>
            </a:r>
          </a:p>
        </p:txBody>
      </p:sp>
      <p:sp>
        <p:nvSpPr>
          <p:cNvPr id="5" name="autoria-1">
            <a:extLst xmlns:a="http://schemas.openxmlformats.org/drawingml/2006/main">
              <a:ext uri="{FF2B5EF4-FFF2-40B4-BE49-F238E27FC236}">
                <a16:creationId xmlns:a16="http://schemas.microsoft.com/office/drawing/2014/main" id="{05FC6B17-686C-46DA-88EA-BC7980E1B1F2}"/>
              </a:ext>
            </a:extLst>
          </p:cNvPr>
          <p:cNvSpPr>
            <a:spLocks xmlns:a="http://schemas.openxmlformats.org/drawingml/2006/main" noGrp="1"/>
          </p:cNvSpPr>
          <p:nvPr/>
        </p:nvSpPr>
        <p:spPr>
          <a:xfrm xmlns:a="http://schemas.openxmlformats.org/drawingml/2006/main">
            <a:off x="609600" y="4324350"/>
            <a:ext cx="4857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11233E"/>
                </a:solidFill>
                <a:latin typeface="Arial"/>
                <a:ea typeface="Arial"/>
                <a:cs typeface="Arial"/>
              </a:defRPr>
            </a:defPPr>
            <a:lvl1pPr algn="l">
              <a:defRPr sz="2250" b="0">
                <a:solidFill>
                  <a:srgbClr val="11233E"/>
                </a:solidFill>
                <a:latin typeface="Arial"/>
                <a:ea typeface="Arial"/>
                <a:cs typeface="Arial"/>
              </a:defRPr>
            </a:lvl1pPr>
            <a:lvl2pPr algn="l">
              <a:defRPr sz="2250" b="0">
                <a:solidFill>
                  <a:srgbClr val="11233E"/>
                </a:solidFill>
                <a:latin typeface="Arial"/>
                <a:ea typeface="Arial"/>
                <a:cs typeface="Arial"/>
              </a:defRPr>
            </a:lvl2pPr>
            <a:lvl3pPr algn="l">
              <a:defRPr sz="2250" b="0">
                <a:solidFill>
                  <a:srgbClr val="11233E"/>
                </a:solidFill>
                <a:latin typeface="Arial"/>
                <a:ea typeface="Arial"/>
                <a:cs typeface="Arial"/>
              </a:defRPr>
            </a:lvl3pPr>
            <a:lvl4pPr algn="l">
              <a:defRPr sz="2250" b="0">
                <a:solidFill>
                  <a:srgbClr val="11233E"/>
                </a:solidFill>
                <a:latin typeface="Arial"/>
                <a:ea typeface="Arial"/>
                <a:cs typeface="Arial"/>
              </a:defRPr>
            </a:lvl4pPr>
            <a:lvl5pPr algn="l">
              <a:defRPr sz="2250" b="0">
                <a:solidFill>
                  <a:srgbClr val="11233E"/>
                </a:solidFill>
                <a:latin typeface="Arial"/>
                <a:ea typeface="Arial"/>
                <a:cs typeface="Arial"/>
              </a:defRPr>
            </a:lvl5pPr>
            <a:lvl6pPr algn="l">
              <a:defRPr sz="2250" b="0">
                <a:solidFill>
                  <a:srgbClr val="11233E"/>
                </a:solidFill>
                <a:latin typeface="Arial"/>
                <a:ea typeface="Arial"/>
                <a:cs typeface="Arial"/>
              </a:defRPr>
            </a:lvl6pPr>
            <a:lvl7pPr algn="l">
              <a:defRPr sz="2250" b="0">
                <a:solidFill>
                  <a:srgbClr val="11233E"/>
                </a:solidFill>
                <a:latin typeface="Arial"/>
                <a:ea typeface="Arial"/>
                <a:cs typeface="Arial"/>
              </a:defRPr>
            </a:lvl7pPr>
            <a:lvl8pPr algn="l">
              <a:defRPr sz="2250" b="0">
                <a:solidFill>
                  <a:srgbClr val="11233E"/>
                </a:solidFill>
                <a:latin typeface="Arial"/>
                <a:ea typeface="Arial"/>
                <a:cs typeface="Arial"/>
              </a:defRPr>
            </a:lvl8pPr>
            <a:lvl9pPr algn="l">
              <a:defRPr sz="2250" b="0">
                <a:solidFill>
                  <a:srgbClr val="11233E"/>
                </a:solidFill>
                <a:latin typeface="Arial"/>
                <a:ea typeface="Arial"/>
                <a:cs typeface="Arial"/>
              </a:defRPr>
            </a:lvl9pPr>
          </a:lstStyle>
          <a:p xmlns:a="http://schemas.openxmlformats.org/drawingml/2006/main">
            <a:pPr algn="l">
              <a:lnSpc>
                <a:spcPct val="108000"/>
              </a:lnSpc>
              <a:buNone/>
              <a:defRPr sz="2250" b="0">
                <a:solidFill>
                  <a:srgbClr val="11233E"/>
                </a:solidFill>
                <a:latin typeface="Arial"/>
                <a:ea typeface="Arial"/>
                <a:cs typeface="Arial"/>
              </a:defRPr>
            </a:pPr>
            <a:r>
              <a:rPr sz="2250" b="0">
                <a:solidFill>
                  <a:srgbClr val="11233E"/>
                </a:solidFill>
                <a:latin typeface="Arial"/>
                <a:ea typeface="Arial"/>
                <a:cs typeface="Arial"/>
              </a:rPr>
              <a:t>GORAY GONZALES, Nicolas Alexander</a:t>
            </a:r>
          </a:p>
        </p:txBody>
      </p:sp>
      <p:sp>
        <p:nvSpPr>
          <p:cNvPr id="6" name="autoria-2">
            <a:extLst xmlns:a="http://schemas.openxmlformats.org/drawingml/2006/main">
              <a:ext uri="{FF2B5EF4-FFF2-40B4-BE49-F238E27FC236}">
                <a16:creationId xmlns:a16="http://schemas.microsoft.com/office/drawing/2014/main" id="{7EE14867-FF22-45BF-80D4-6B44FBDC52A6}"/>
              </a:ext>
            </a:extLst>
          </p:cNvPr>
          <p:cNvSpPr>
            <a:spLocks xmlns:a="http://schemas.openxmlformats.org/drawingml/2006/main" noGrp="1"/>
          </p:cNvSpPr>
          <p:nvPr/>
        </p:nvSpPr>
        <p:spPr>
          <a:xfrm xmlns:a="http://schemas.openxmlformats.org/drawingml/2006/main">
            <a:off x="609600" y="5181600"/>
            <a:ext cx="4857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11233E"/>
                </a:solidFill>
                <a:latin typeface="Arial"/>
                <a:ea typeface="Arial"/>
                <a:cs typeface="Arial"/>
              </a:defRPr>
            </a:defPPr>
            <a:lvl1pPr algn="l">
              <a:defRPr sz="2250" b="0">
                <a:solidFill>
                  <a:srgbClr val="11233E"/>
                </a:solidFill>
                <a:latin typeface="Arial"/>
                <a:ea typeface="Arial"/>
                <a:cs typeface="Arial"/>
              </a:defRPr>
            </a:lvl1pPr>
            <a:lvl2pPr algn="l">
              <a:defRPr sz="2250" b="0">
                <a:solidFill>
                  <a:srgbClr val="11233E"/>
                </a:solidFill>
                <a:latin typeface="Arial"/>
                <a:ea typeface="Arial"/>
                <a:cs typeface="Arial"/>
              </a:defRPr>
            </a:lvl2pPr>
            <a:lvl3pPr algn="l">
              <a:defRPr sz="2250" b="0">
                <a:solidFill>
                  <a:srgbClr val="11233E"/>
                </a:solidFill>
                <a:latin typeface="Arial"/>
                <a:ea typeface="Arial"/>
                <a:cs typeface="Arial"/>
              </a:defRPr>
            </a:lvl3pPr>
            <a:lvl4pPr algn="l">
              <a:defRPr sz="2250" b="0">
                <a:solidFill>
                  <a:srgbClr val="11233E"/>
                </a:solidFill>
                <a:latin typeface="Arial"/>
                <a:ea typeface="Arial"/>
                <a:cs typeface="Arial"/>
              </a:defRPr>
            </a:lvl4pPr>
            <a:lvl5pPr algn="l">
              <a:defRPr sz="2250" b="0">
                <a:solidFill>
                  <a:srgbClr val="11233E"/>
                </a:solidFill>
                <a:latin typeface="Arial"/>
                <a:ea typeface="Arial"/>
                <a:cs typeface="Arial"/>
              </a:defRPr>
            </a:lvl5pPr>
            <a:lvl6pPr algn="l">
              <a:defRPr sz="2250" b="0">
                <a:solidFill>
                  <a:srgbClr val="11233E"/>
                </a:solidFill>
                <a:latin typeface="Arial"/>
                <a:ea typeface="Arial"/>
                <a:cs typeface="Arial"/>
              </a:defRPr>
            </a:lvl6pPr>
            <a:lvl7pPr algn="l">
              <a:defRPr sz="2250" b="0">
                <a:solidFill>
                  <a:srgbClr val="11233E"/>
                </a:solidFill>
                <a:latin typeface="Arial"/>
                <a:ea typeface="Arial"/>
                <a:cs typeface="Arial"/>
              </a:defRPr>
            </a:lvl7pPr>
            <a:lvl8pPr algn="l">
              <a:defRPr sz="2250" b="0">
                <a:solidFill>
                  <a:srgbClr val="11233E"/>
                </a:solidFill>
                <a:latin typeface="Arial"/>
                <a:ea typeface="Arial"/>
                <a:cs typeface="Arial"/>
              </a:defRPr>
            </a:lvl8pPr>
            <a:lvl9pPr algn="l">
              <a:defRPr sz="2250" b="0">
                <a:solidFill>
                  <a:srgbClr val="11233E"/>
                </a:solidFill>
                <a:latin typeface="Arial"/>
                <a:ea typeface="Arial"/>
                <a:cs typeface="Arial"/>
              </a:defRPr>
            </a:lvl9pPr>
          </a:lstStyle>
          <a:p xmlns:a="http://schemas.openxmlformats.org/drawingml/2006/main">
            <a:pPr algn="l">
              <a:lnSpc>
                <a:spcPct val="108000"/>
              </a:lnSpc>
              <a:buNone/>
              <a:defRPr sz="2250" b="0">
                <a:solidFill>
                  <a:srgbClr val="11233E"/>
                </a:solidFill>
                <a:latin typeface="Arial"/>
                <a:ea typeface="Arial"/>
                <a:cs typeface="Arial"/>
              </a:defRPr>
            </a:pPr>
            <a:r>
              <a:rPr sz="2250" b="0">
                <a:solidFill>
                  <a:srgbClr val="11233E"/>
                </a:solidFill>
                <a:latin typeface="Arial"/>
                <a:ea typeface="Arial"/>
                <a:cs typeface="Arial"/>
              </a:rPr>
              <a:t>Docente: Ing. VILCHEZ VALDEZ, Edgard William</a:t>
            </a:r>
          </a:p>
        </p:txBody>
      </p:sp>
      <p:sp>
        <p:nvSpPr>
          <p:cNvPr id="7" name="autoria-3">
            <a:extLst xmlns:a="http://schemas.openxmlformats.org/drawingml/2006/main">
              <a:ext uri="{FF2B5EF4-FFF2-40B4-BE49-F238E27FC236}">
                <a16:creationId xmlns:a16="http://schemas.microsoft.com/office/drawing/2014/main" id="{D67A5370-6CCD-4AD7-AF47-E73CFFB1A1C6}"/>
              </a:ext>
            </a:extLst>
          </p:cNvPr>
          <p:cNvSpPr>
            <a:spLocks xmlns:a="http://schemas.openxmlformats.org/drawingml/2006/main" noGrp="1"/>
          </p:cNvSpPr>
          <p:nvPr/>
        </p:nvSpPr>
        <p:spPr>
          <a:xfrm xmlns:a="http://schemas.openxmlformats.org/drawingml/2006/main">
            <a:off x="609600" y="6086475"/>
            <a:ext cx="4857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11233E"/>
                </a:solidFill>
                <a:latin typeface="Arial"/>
                <a:ea typeface="Arial"/>
                <a:cs typeface="Arial"/>
              </a:defRPr>
            </a:defPPr>
            <a:lvl1pPr algn="l">
              <a:defRPr sz="2250" b="0">
                <a:solidFill>
                  <a:srgbClr val="11233E"/>
                </a:solidFill>
                <a:latin typeface="Arial"/>
                <a:ea typeface="Arial"/>
                <a:cs typeface="Arial"/>
              </a:defRPr>
            </a:lvl1pPr>
            <a:lvl2pPr algn="l">
              <a:defRPr sz="2250" b="0">
                <a:solidFill>
                  <a:srgbClr val="11233E"/>
                </a:solidFill>
                <a:latin typeface="Arial"/>
                <a:ea typeface="Arial"/>
                <a:cs typeface="Arial"/>
              </a:defRPr>
            </a:lvl2pPr>
            <a:lvl3pPr algn="l">
              <a:defRPr sz="2250" b="0">
                <a:solidFill>
                  <a:srgbClr val="11233E"/>
                </a:solidFill>
                <a:latin typeface="Arial"/>
                <a:ea typeface="Arial"/>
                <a:cs typeface="Arial"/>
              </a:defRPr>
            </a:lvl3pPr>
            <a:lvl4pPr algn="l">
              <a:defRPr sz="2250" b="0">
                <a:solidFill>
                  <a:srgbClr val="11233E"/>
                </a:solidFill>
                <a:latin typeface="Arial"/>
                <a:ea typeface="Arial"/>
                <a:cs typeface="Arial"/>
              </a:defRPr>
            </a:lvl4pPr>
            <a:lvl5pPr algn="l">
              <a:defRPr sz="2250" b="0">
                <a:solidFill>
                  <a:srgbClr val="11233E"/>
                </a:solidFill>
                <a:latin typeface="Arial"/>
                <a:ea typeface="Arial"/>
                <a:cs typeface="Arial"/>
              </a:defRPr>
            </a:lvl5pPr>
            <a:lvl6pPr algn="l">
              <a:defRPr sz="2250" b="0">
                <a:solidFill>
                  <a:srgbClr val="11233E"/>
                </a:solidFill>
                <a:latin typeface="Arial"/>
                <a:ea typeface="Arial"/>
                <a:cs typeface="Arial"/>
              </a:defRPr>
            </a:lvl6pPr>
            <a:lvl7pPr algn="l">
              <a:defRPr sz="2250" b="0">
                <a:solidFill>
                  <a:srgbClr val="11233E"/>
                </a:solidFill>
                <a:latin typeface="Arial"/>
                <a:ea typeface="Arial"/>
                <a:cs typeface="Arial"/>
              </a:defRPr>
            </a:lvl7pPr>
            <a:lvl8pPr algn="l">
              <a:defRPr sz="2250" b="0">
                <a:solidFill>
                  <a:srgbClr val="11233E"/>
                </a:solidFill>
                <a:latin typeface="Arial"/>
                <a:ea typeface="Arial"/>
                <a:cs typeface="Arial"/>
              </a:defRPr>
            </a:lvl8pPr>
            <a:lvl9pPr algn="l">
              <a:defRPr sz="2250" b="0">
                <a:solidFill>
                  <a:srgbClr val="11233E"/>
                </a:solidFill>
                <a:latin typeface="Arial"/>
                <a:ea typeface="Arial"/>
                <a:cs typeface="Arial"/>
              </a:defRPr>
            </a:lvl9pPr>
          </a:lstStyle>
          <a:p xmlns:a="http://schemas.openxmlformats.org/drawingml/2006/main">
            <a:pPr algn="l">
              <a:lnSpc>
                <a:spcPct val="108000"/>
              </a:lnSpc>
              <a:buNone/>
              <a:defRPr sz="2250" b="0">
                <a:solidFill>
                  <a:srgbClr val="11233E"/>
                </a:solidFill>
                <a:latin typeface="Arial"/>
                <a:ea typeface="Arial"/>
                <a:cs typeface="Arial"/>
              </a:defRPr>
            </a:pPr>
            <a:r>
              <a:rPr sz="2250" b="0">
                <a:solidFill>
                  <a:srgbClr val="11233E"/>
                </a:solidFill>
                <a:latin typeface="Arial"/>
                <a:ea typeface="Arial"/>
                <a:cs typeface="Arial"/>
              </a:rPr>
              <a:t>UPN · Trujillo · 2026</a:t>
            </a:r>
          </a:p>
        </p:txBody>
      </p:sp>
      <p:sp>
        <p:nvSpPr>
          <p:cNvPr id="8" name="numero-pagina">
            <a:extLst xmlns:a="http://schemas.openxmlformats.org/drawingml/2006/main">
              <a:ext uri="{FF2B5EF4-FFF2-40B4-BE49-F238E27FC236}">
                <a16:creationId xmlns:a16="http://schemas.microsoft.com/office/drawing/2014/main" id="{971C93EF-F0A5-48A8-BFFE-3CCD97C8671C}"/>
              </a:ext>
            </a:extLst>
          </p:cNvPr>
          <p:cNvSpPr>
            <a:spLocks xmlns:a="http://schemas.openxmlformats.org/drawingml/2006/main" noGrp="1"/>
          </p:cNvSpPr>
          <p:nvPr/>
        </p:nvSpPr>
        <p:spPr>
          <a:xfrm xmlns:a="http://schemas.openxmlformats.org/drawingml/2006/main">
            <a:off x="10972800" y="6400800"/>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11233E"/>
                </a:solidFill>
                <a:latin typeface="Arial"/>
                <a:ea typeface="Arial"/>
                <a:cs typeface="Arial"/>
              </a:defRPr>
            </a:defPPr>
            <a:lvl1pPr algn="r">
              <a:defRPr sz="1350" b="0">
                <a:solidFill>
                  <a:srgbClr val="11233E"/>
                </a:solidFill>
                <a:latin typeface="Arial"/>
                <a:ea typeface="Arial"/>
                <a:cs typeface="Arial"/>
              </a:defRPr>
            </a:lvl1pPr>
            <a:lvl2pPr algn="r">
              <a:defRPr sz="1350" b="0">
                <a:solidFill>
                  <a:srgbClr val="11233E"/>
                </a:solidFill>
                <a:latin typeface="Arial"/>
                <a:ea typeface="Arial"/>
                <a:cs typeface="Arial"/>
              </a:defRPr>
            </a:lvl2pPr>
            <a:lvl3pPr algn="r">
              <a:defRPr sz="1350" b="0">
                <a:solidFill>
                  <a:srgbClr val="11233E"/>
                </a:solidFill>
                <a:latin typeface="Arial"/>
                <a:ea typeface="Arial"/>
                <a:cs typeface="Arial"/>
              </a:defRPr>
            </a:lvl3pPr>
            <a:lvl4pPr algn="r">
              <a:defRPr sz="1350" b="0">
                <a:solidFill>
                  <a:srgbClr val="11233E"/>
                </a:solidFill>
                <a:latin typeface="Arial"/>
                <a:ea typeface="Arial"/>
                <a:cs typeface="Arial"/>
              </a:defRPr>
            </a:lvl4pPr>
            <a:lvl5pPr algn="r">
              <a:defRPr sz="1350" b="0">
                <a:solidFill>
                  <a:srgbClr val="11233E"/>
                </a:solidFill>
                <a:latin typeface="Arial"/>
                <a:ea typeface="Arial"/>
                <a:cs typeface="Arial"/>
              </a:defRPr>
            </a:lvl5pPr>
            <a:lvl6pPr algn="r">
              <a:defRPr sz="1350" b="0">
                <a:solidFill>
                  <a:srgbClr val="11233E"/>
                </a:solidFill>
                <a:latin typeface="Arial"/>
                <a:ea typeface="Arial"/>
                <a:cs typeface="Arial"/>
              </a:defRPr>
            </a:lvl6pPr>
            <a:lvl7pPr algn="r">
              <a:defRPr sz="1350" b="0">
                <a:solidFill>
                  <a:srgbClr val="11233E"/>
                </a:solidFill>
                <a:latin typeface="Arial"/>
                <a:ea typeface="Arial"/>
                <a:cs typeface="Arial"/>
              </a:defRPr>
            </a:lvl7pPr>
            <a:lvl8pPr algn="r">
              <a:defRPr sz="1350" b="0">
                <a:solidFill>
                  <a:srgbClr val="11233E"/>
                </a:solidFill>
                <a:latin typeface="Arial"/>
                <a:ea typeface="Arial"/>
                <a:cs typeface="Arial"/>
              </a:defRPr>
            </a:lvl8pPr>
            <a:lvl9pPr algn="r">
              <a:defRPr sz="1350" b="0">
                <a:solidFill>
                  <a:srgbClr val="11233E"/>
                </a:solidFill>
                <a:latin typeface="Arial"/>
                <a:ea typeface="Arial"/>
                <a:cs typeface="Arial"/>
              </a:defRPr>
            </a:lvl9pPr>
          </a:lstStyle>
          <a:p xmlns:a="http://schemas.openxmlformats.org/drawingml/2006/main">
            <a:pPr algn="r">
              <a:lnSpc>
                <a:spcPct val="108000"/>
              </a:lnSpc>
              <a:buNone/>
              <a:defRPr sz="1350" b="0">
                <a:solidFill>
                  <a:srgbClr val="11233E"/>
                </a:solidFill>
                <a:latin typeface="Arial"/>
                <a:ea typeface="Arial"/>
                <a:cs typeface="Arial"/>
              </a:defRPr>
            </a:pPr>
            <a:r>
              <a:rPr sz="1350" b="0">
                <a:solidFill>
                  <a:srgbClr val="11233E"/>
                </a:solidFill>
                <a:latin typeface="Arial"/>
                <a:ea typeface="Arial"/>
                <a:cs typeface="Arial"/>
              </a:rPr>
              <a:t>01</a:t>
            </a:r>
          </a:p>
        </p:txBody>
      </p:sp>
    </p:spTree>
    <p:extLst>
      <p:ext uri="{BB962C8B-B14F-4D97-AF65-F5344CB8AC3E}">
        <p14:creationId xmlns:p14="http://schemas.microsoft.com/office/powerpoint/2010/main" val="554719019"/>
      </p:ext>
    </p:extLst>
  </p:cSld>
</p:sld>
</file>

<file path=ppt/slides/slide2.xml><?xml version="1.0" encoding="utf-8"?>
<p:sld xmlns:p="http://schemas.openxmlformats.org/presentationml/2006/main">
  <p:cSld>
    <p:bg>
      <p:bgPr>
        <a:solidFill xmlns:a="http://schemas.openxmlformats.org/drawingml/2006/main">
          <a:srgbClr val="11233E"/>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F19DC06B-BDE5-4685-914C-11CF51043314}"/>
              </a:ext>
            </a:extLst>
          </p:cNvPr>
          <p:cNvPicPr>
            <a:picLocks xmlns:a="http://schemas.openxmlformats.org/drawingml/2006/main" noChangeAspect="1"/>
          </p:cNvPicPr>
          <p:nvPr/>
        </p:nvPicPr>
        <p:blipFill>
          <a:blip xmlns:r="http://schemas.openxmlformats.org/officeDocument/2006/relationships" xmlns:a="http://schemas.openxmlformats.org/drawingml/2006/main" r:embed="Rc76ddfe1e71c451d"/>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titulo">
            <a:extLst xmlns:a="http://schemas.openxmlformats.org/drawingml/2006/main">
              <a:ext uri="{FF2B5EF4-FFF2-40B4-BE49-F238E27FC236}">
                <a16:creationId xmlns:a16="http://schemas.microsoft.com/office/drawing/2014/main" id="{C5C141BC-02C3-48FD-A7B0-C69DFD15DCD7}"/>
              </a:ext>
            </a:extLst>
          </p:cNvPr>
          <p:cNvSpPr>
            <a:spLocks xmlns:a="http://schemas.openxmlformats.org/drawingml/2006/main" noGrp="1"/>
          </p:cNvSpPr>
          <p:nvPr/>
        </p:nvSpPr>
        <p:spPr>
          <a:xfrm xmlns:a="http://schemas.openxmlformats.org/drawingml/2006/main">
            <a:off x="609600" y="523875"/>
            <a:ext cx="4857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1">
                <a:solidFill>
                  <a:srgbClr val="F6F1E8"/>
                </a:solidFill>
                <a:latin typeface="Arial"/>
                <a:ea typeface="Arial"/>
                <a:cs typeface="Arial"/>
              </a:defRPr>
            </a:defPPr>
            <a:lvl1pPr algn="l">
              <a:defRPr sz="3600" b="1">
                <a:solidFill>
                  <a:srgbClr val="F6F1E8"/>
                </a:solidFill>
                <a:latin typeface="Arial"/>
                <a:ea typeface="Arial"/>
                <a:cs typeface="Arial"/>
              </a:defRPr>
            </a:lvl1pPr>
            <a:lvl2pPr algn="l">
              <a:defRPr sz="3600" b="1">
                <a:solidFill>
                  <a:srgbClr val="F6F1E8"/>
                </a:solidFill>
                <a:latin typeface="Arial"/>
                <a:ea typeface="Arial"/>
                <a:cs typeface="Arial"/>
              </a:defRPr>
            </a:lvl2pPr>
            <a:lvl3pPr algn="l">
              <a:defRPr sz="3600" b="1">
                <a:solidFill>
                  <a:srgbClr val="F6F1E8"/>
                </a:solidFill>
                <a:latin typeface="Arial"/>
                <a:ea typeface="Arial"/>
                <a:cs typeface="Arial"/>
              </a:defRPr>
            </a:lvl3pPr>
            <a:lvl4pPr algn="l">
              <a:defRPr sz="3600" b="1">
                <a:solidFill>
                  <a:srgbClr val="F6F1E8"/>
                </a:solidFill>
                <a:latin typeface="Arial"/>
                <a:ea typeface="Arial"/>
                <a:cs typeface="Arial"/>
              </a:defRPr>
            </a:lvl4pPr>
            <a:lvl5pPr algn="l">
              <a:defRPr sz="3600" b="1">
                <a:solidFill>
                  <a:srgbClr val="F6F1E8"/>
                </a:solidFill>
                <a:latin typeface="Arial"/>
                <a:ea typeface="Arial"/>
                <a:cs typeface="Arial"/>
              </a:defRPr>
            </a:lvl5pPr>
            <a:lvl6pPr algn="l">
              <a:defRPr sz="3600" b="1">
                <a:solidFill>
                  <a:srgbClr val="F6F1E8"/>
                </a:solidFill>
                <a:latin typeface="Arial"/>
                <a:ea typeface="Arial"/>
                <a:cs typeface="Arial"/>
              </a:defRPr>
            </a:lvl6pPr>
            <a:lvl7pPr algn="l">
              <a:defRPr sz="3600" b="1">
                <a:solidFill>
                  <a:srgbClr val="F6F1E8"/>
                </a:solidFill>
                <a:latin typeface="Arial"/>
                <a:ea typeface="Arial"/>
                <a:cs typeface="Arial"/>
              </a:defRPr>
            </a:lvl7pPr>
            <a:lvl8pPr algn="l">
              <a:defRPr sz="3600" b="1">
                <a:solidFill>
                  <a:srgbClr val="F6F1E8"/>
                </a:solidFill>
                <a:latin typeface="Arial"/>
                <a:ea typeface="Arial"/>
                <a:cs typeface="Arial"/>
              </a:defRPr>
            </a:lvl8pPr>
            <a:lvl9pPr algn="l">
              <a:defRPr sz="3600" b="1">
                <a:solidFill>
                  <a:srgbClr val="F6F1E8"/>
                </a:solidFill>
                <a:latin typeface="Arial"/>
                <a:ea typeface="Arial"/>
                <a:cs typeface="Arial"/>
              </a:defRPr>
            </a:lvl9pPr>
          </a:lstStyle>
          <a:p xmlns:a="http://schemas.openxmlformats.org/drawingml/2006/main">
            <a:pPr algn="l">
              <a:lnSpc>
                <a:spcPct val="108000"/>
              </a:lnSpc>
              <a:buNone/>
              <a:defRPr sz="3600" b="1">
                <a:solidFill>
                  <a:srgbClr val="F6F1E8"/>
                </a:solidFill>
                <a:latin typeface="Arial"/>
                <a:ea typeface="Arial"/>
                <a:cs typeface="Arial"/>
              </a:defRPr>
            </a:pPr>
            <a:r>
              <a:rPr sz="3600" b="1">
                <a:solidFill>
                  <a:srgbClr val="F6F1E8"/>
                </a:solidFill>
                <a:latin typeface="Arial"/>
                <a:ea typeface="Arial"/>
                <a:cs typeface="Arial"/>
              </a:rPr>
              <a:t>Qué significa gestionar un cambio</a:t>
            </a:r>
          </a:p>
        </p:txBody>
      </p:sp>
      <p:sp>
        <p:nvSpPr>
          <p:cNvPr id="3" name="definicion">
            <a:extLst xmlns:a="http://schemas.openxmlformats.org/drawingml/2006/main">
              <a:ext uri="{FF2B5EF4-FFF2-40B4-BE49-F238E27FC236}">
                <a16:creationId xmlns:a16="http://schemas.microsoft.com/office/drawing/2014/main" id="{43DAC225-A5A5-4AF6-BF4B-8C800AC1E311}"/>
              </a:ext>
            </a:extLst>
          </p:cNvPr>
          <p:cNvSpPr>
            <a:spLocks xmlns:a="http://schemas.openxmlformats.org/drawingml/2006/main" noGrp="1"/>
          </p:cNvSpPr>
          <p:nvPr/>
        </p:nvSpPr>
        <p:spPr>
          <a:xfrm xmlns:a="http://schemas.openxmlformats.org/drawingml/2006/main">
            <a:off x="609600" y="1952625"/>
            <a:ext cx="4429125"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F6F1E8"/>
                </a:solidFill>
                <a:latin typeface="Arial"/>
                <a:ea typeface="Arial"/>
                <a:cs typeface="Arial"/>
              </a:defRPr>
            </a:defPPr>
            <a:lvl1pPr algn="l">
              <a:defRPr sz="2700" b="1">
                <a:solidFill>
                  <a:srgbClr val="F6F1E8"/>
                </a:solidFill>
                <a:latin typeface="Arial"/>
                <a:ea typeface="Arial"/>
                <a:cs typeface="Arial"/>
              </a:defRPr>
            </a:lvl1pPr>
            <a:lvl2pPr algn="l">
              <a:defRPr sz="2700" b="1">
                <a:solidFill>
                  <a:srgbClr val="F6F1E8"/>
                </a:solidFill>
                <a:latin typeface="Arial"/>
                <a:ea typeface="Arial"/>
                <a:cs typeface="Arial"/>
              </a:defRPr>
            </a:lvl2pPr>
            <a:lvl3pPr algn="l">
              <a:defRPr sz="2700" b="1">
                <a:solidFill>
                  <a:srgbClr val="F6F1E8"/>
                </a:solidFill>
                <a:latin typeface="Arial"/>
                <a:ea typeface="Arial"/>
                <a:cs typeface="Arial"/>
              </a:defRPr>
            </a:lvl3pPr>
            <a:lvl4pPr algn="l">
              <a:defRPr sz="2700" b="1">
                <a:solidFill>
                  <a:srgbClr val="F6F1E8"/>
                </a:solidFill>
                <a:latin typeface="Arial"/>
                <a:ea typeface="Arial"/>
                <a:cs typeface="Arial"/>
              </a:defRPr>
            </a:lvl4pPr>
            <a:lvl5pPr algn="l">
              <a:defRPr sz="2700" b="1">
                <a:solidFill>
                  <a:srgbClr val="F6F1E8"/>
                </a:solidFill>
                <a:latin typeface="Arial"/>
                <a:ea typeface="Arial"/>
                <a:cs typeface="Arial"/>
              </a:defRPr>
            </a:lvl5pPr>
            <a:lvl6pPr algn="l">
              <a:defRPr sz="2700" b="1">
                <a:solidFill>
                  <a:srgbClr val="F6F1E8"/>
                </a:solidFill>
                <a:latin typeface="Arial"/>
                <a:ea typeface="Arial"/>
                <a:cs typeface="Arial"/>
              </a:defRPr>
            </a:lvl6pPr>
            <a:lvl7pPr algn="l">
              <a:defRPr sz="2700" b="1">
                <a:solidFill>
                  <a:srgbClr val="F6F1E8"/>
                </a:solidFill>
                <a:latin typeface="Arial"/>
                <a:ea typeface="Arial"/>
                <a:cs typeface="Arial"/>
              </a:defRPr>
            </a:lvl7pPr>
            <a:lvl8pPr algn="l">
              <a:defRPr sz="2700" b="1">
                <a:solidFill>
                  <a:srgbClr val="F6F1E8"/>
                </a:solidFill>
                <a:latin typeface="Arial"/>
                <a:ea typeface="Arial"/>
                <a:cs typeface="Arial"/>
              </a:defRPr>
            </a:lvl8pPr>
            <a:lvl9pPr algn="l">
              <a:defRPr sz="2700" b="1">
                <a:solidFill>
                  <a:srgbClr val="F6F1E8"/>
                </a:solidFill>
                <a:latin typeface="Arial"/>
                <a:ea typeface="Arial"/>
                <a:cs typeface="Arial"/>
              </a:defRPr>
            </a:lvl9pPr>
          </a:lstStyle>
          <a:p xmlns:a="http://schemas.openxmlformats.org/drawingml/2006/main">
            <a:pPr algn="l">
              <a:lnSpc>
                <a:spcPct val="108000"/>
              </a:lnSpc>
              <a:buNone/>
              <a:defRPr sz="2700" b="1">
                <a:solidFill>
                  <a:srgbClr val="F6F1E8"/>
                </a:solidFill>
                <a:latin typeface="Arial"/>
                <a:ea typeface="Arial"/>
                <a:cs typeface="Arial"/>
              </a:defRPr>
            </a:pPr>
            <a:r>
              <a:rPr sz="2700" b="1">
                <a:solidFill>
                  <a:srgbClr val="F6F1E8"/>
                </a:solidFill>
                <a:latin typeface="Arial"/>
                <a:ea typeface="Arial"/>
                <a:cs typeface="Arial"/>
              </a:rPr>
              <a:t>Proceso para solicitar, evaluar, autorizar, implementar y verificar una modificación.</a:t>
            </a:r>
          </a:p>
        </p:txBody>
      </p:sp>
      <p:sp>
        <p:nvSpPr>
          <p:cNvPr id="4" name="trazabilidad">
            <a:extLst xmlns:a="http://schemas.openxmlformats.org/drawingml/2006/main">
              <a:ext uri="{FF2B5EF4-FFF2-40B4-BE49-F238E27FC236}">
                <a16:creationId xmlns:a16="http://schemas.microsoft.com/office/drawing/2014/main" id="{8CF63275-77D7-432C-B97F-5FB35174BBC2}"/>
              </a:ext>
            </a:extLst>
          </p:cNvPr>
          <p:cNvSpPr>
            <a:spLocks xmlns:a="http://schemas.openxmlformats.org/drawingml/2006/main" noGrp="1"/>
          </p:cNvSpPr>
          <p:nvPr/>
        </p:nvSpPr>
        <p:spPr>
          <a:xfrm xmlns:a="http://schemas.openxmlformats.org/drawingml/2006/main">
            <a:off x="609600" y="4057650"/>
            <a:ext cx="442912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F6F1E8"/>
                </a:solidFill>
                <a:latin typeface="Arial"/>
                <a:ea typeface="Arial"/>
                <a:cs typeface="Arial"/>
              </a:defRPr>
            </a:defPPr>
            <a:lvl1pPr algn="l">
              <a:defRPr sz="2325" b="0">
                <a:solidFill>
                  <a:srgbClr val="F6F1E8"/>
                </a:solidFill>
                <a:latin typeface="Arial"/>
                <a:ea typeface="Arial"/>
                <a:cs typeface="Arial"/>
              </a:defRPr>
            </a:lvl1pPr>
            <a:lvl2pPr algn="l">
              <a:defRPr sz="2325" b="0">
                <a:solidFill>
                  <a:srgbClr val="F6F1E8"/>
                </a:solidFill>
                <a:latin typeface="Arial"/>
                <a:ea typeface="Arial"/>
                <a:cs typeface="Arial"/>
              </a:defRPr>
            </a:lvl2pPr>
            <a:lvl3pPr algn="l">
              <a:defRPr sz="2325" b="0">
                <a:solidFill>
                  <a:srgbClr val="F6F1E8"/>
                </a:solidFill>
                <a:latin typeface="Arial"/>
                <a:ea typeface="Arial"/>
                <a:cs typeface="Arial"/>
              </a:defRPr>
            </a:lvl3pPr>
            <a:lvl4pPr algn="l">
              <a:defRPr sz="2325" b="0">
                <a:solidFill>
                  <a:srgbClr val="F6F1E8"/>
                </a:solidFill>
                <a:latin typeface="Arial"/>
                <a:ea typeface="Arial"/>
                <a:cs typeface="Arial"/>
              </a:defRPr>
            </a:lvl4pPr>
            <a:lvl5pPr algn="l">
              <a:defRPr sz="2325" b="0">
                <a:solidFill>
                  <a:srgbClr val="F6F1E8"/>
                </a:solidFill>
                <a:latin typeface="Arial"/>
                <a:ea typeface="Arial"/>
                <a:cs typeface="Arial"/>
              </a:defRPr>
            </a:lvl5pPr>
            <a:lvl6pPr algn="l">
              <a:defRPr sz="2325" b="0">
                <a:solidFill>
                  <a:srgbClr val="F6F1E8"/>
                </a:solidFill>
                <a:latin typeface="Arial"/>
                <a:ea typeface="Arial"/>
                <a:cs typeface="Arial"/>
              </a:defRPr>
            </a:lvl6pPr>
            <a:lvl7pPr algn="l">
              <a:defRPr sz="2325" b="0">
                <a:solidFill>
                  <a:srgbClr val="F6F1E8"/>
                </a:solidFill>
                <a:latin typeface="Arial"/>
                <a:ea typeface="Arial"/>
                <a:cs typeface="Arial"/>
              </a:defRPr>
            </a:lvl7pPr>
            <a:lvl8pPr algn="l">
              <a:defRPr sz="2325" b="0">
                <a:solidFill>
                  <a:srgbClr val="F6F1E8"/>
                </a:solidFill>
                <a:latin typeface="Arial"/>
                <a:ea typeface="Arial"/>
                <a:cs typeface="Arial"/>
              </a:defRPr>
            </a:lvl8pPr>
            <a:lvl9pPr algn="l">
              <a:defRPr sz="2325" b="0">
                <a:solidFill>
                  <a:srgbClr val="F6F1E8"/>
                </a:solidFill>
                <a:latin typeface="Arial"/>
                <a:ea typeface="Arial"/>
                <a:cs typeface="Arial"/>
              </a:defRPr>
            </a:lvl9pPr>
          </a:lstStyle>
          <a:p xmlns:a="http://schemas.openxmlformats.org/drawingml/2006/main">
            <a:pPr algn="l">
              <a:lnSpc>
                <a:spcPct val="108000"/>
              </a:lnSpc>
              <a:buNone/>
              <a:defRPr sz="2325" b="0">
                <a:solidFill>
                  <a:srgbClr val="F6F1E8"/>
                </a:solidFill>
                <a:latin typeface="Arial"/>
                <a:ea typeface="Arial"/>
                <a:cs typeface="Arial"/>
              </a:defRPr>
            </a:pPr>
            <a:r>
              <a:rPr sz="2325" b="0">
                <a:solidFill>
                  <a:srgbClr val="F6F1E8"/>
                </a:solidFill>
                <a:latin typeface="Arial"/>
                <a:ea typeface="Arial"/>
                <a:cs typeface="Arial"/>
              </a:rPr>
              <a:t>Controla alcance y riesgos; deja decisiones trazables.</a:t>
            </a:r>
          </a:p>
        </p:txBody>
      </p:sp>
      <p:sp>
        <p:nvSpPr>
          <p:cNvPr id="5" name="ejemplo-visible">
            <a:extLst xmlns:a="http://schemas.openxmlformats.org/drawingml/2006/main">
              <a:ext uri="{FF2B5EF4-FFF2-40B4-BE49-F238E27FC236}">
                <a16:creationId xmlns:a16="http://schemas.microsoft.com/office/drawing/2014/main" id="{7E44A6B1-9248-4432-A90F-FCA23F9CB6EF}"/>
              </a:ext>
            </a:extLst>
          </p:cNvPr>
          <p:cNvSpPr>
            <a:spLocks xmlns:a="http://schemas.openxmlformats.org/drawingml/2006/main" noGrp="1"/>
          </p:cNvSpPr>
          <p:nvPr/>
        </p:nvSpPr>
        <p:spPr>
          <a:xfrm xmlns:a="http://schemas.openxmlformats.org/drawingml/2006/main">
            <a:off x="609600" y="5353050"/>
            <a:ext cx="442912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D4DDEB"/>
                </a:solidFill>
                <a:latin typeface="Arial"/>
                <a:ea typeface="Arial"/>
                <a:cs typeface="Arial"/>
              </a:defRPr>
            </a:defPPr>
            <a:lvl1pPr algn="l">
              <a:defRPr sz="2175" b="0">
                <a:solidFill>
                  <a:srgbClr val="D4DDEB"/>
                </a:solidFill>
                <a:latin typeface="Arial"/>
                <a:ea typeface="Arial"/>
                <a:cs typeface="Arial"/>
              </a:defRPr>
            </a:lvl1pPr>
            <a:lvl2pPr algn="l">
              <a:defRPr sz="2175" b="0">
                <a:solidFill>
                  <a:srgbClr val="D4DDEB"/>
                </a:solidFill>
                <a:latin typeface="Arial"/>
                <a:ea typeface="Arial"/>
                <a:cs typeface="Arial"/>
              </a:defRPr>
            </a:lvl2pPr>
            <a:lvl3pPr algn="l">
              <a:defRPr sz="2175" b="0">
                <a:solidFill>
                  <a:srgbClr val="D4DDEB"/>
                </a:solidFill>
                <a:latin typeface="Arial"/>
                <a:ea typeface="Arial"/>
                <a:cs typeface="Arial"/>
              </a:defRPr>
            </a:lvl3pPr>
            <a:lvl4pPr algn="l">
              <a:defRPr sz="2175" b="0">
                <a:solidFill>
                  <a:srgbClr val="D4DDEB"/>
                </a:solidFill>
                <a:latin typeface="Arial"/>
                <a:ea typeface="Arial"/>
                <a:cs typeface="Arial"/>
              </a:defRPr>
            </a:lvl4pPr>
            <a:lvl5pPr algn="l">
              <a:defRPr sz="2175" b="0">
                <a:solidFill>
                  <a:srgbClr val="D4DDEB"/>
                </a:solidFill>
                <a:latin typeface="Arial"/>
                <a:ea typeface="Arial"/>
                <a:cs typeface="Arial"/>
              </a:defRPr>
            </a:lvl5pPr>
            <a:lvl6pPr algn="l">
              <a:defRPr sz="2175" b="0">
                <a:solidFill>
                  <a:srgbClr val="D4DDEB"/>
                </a:solidFill>
                <a:latin typeface="Arial"/>
                <a:ea typeface="Arial"/>
                <a:cs typeface="Arial"/>
              </a:defRPr>
            </a:lvl6pPr>
            <a:lvl7pPr algn="l">
              <a:defRPr sz="2175" b="0">
                <a:solidFill>
                  <a:srgbClr val="D4DDEB"/>
                </a:solidFill>
                <a:latin typeface="Arial"/>
                <a:ea typeface="Arial"/>
                <a:cs typeface="Arial"/>
              </a:defRPr>
            </a:lvl7pPr>
            <a:lvl8pPr algn="l">
              <a:defRPr sz="2175" b="0">
                <a:solidFill>
                  <a:srgbClr val="D4DDEB"/>
                </a:solidFill>
                <a:latin typeface="Arial"/>
                <a:ea typeface="Arial"/>
                <a:cs typeface="Arial"/>
              </a:defRPr>
            </a:lvl8pPr>
            <a:lvl9pPr algn="l">
              <a:defRPr sz="2175" b="0">
                <a:solidFill>
                  <a:srgbClr val="D4DDEB"/>
                </a:solidFill>
                <a:latin typeface="Arial"/>
                <a:ea typeface="Arial"/>
                <a:cs typeface="Arial"/>
              </a:defRPr>
            </a:lvl9pPr>
          </a:lstStyle>
          <a:p xmlns:a="http://schemas.openxmlformats.org/drawingml/2006/main">
            <a:pPr algn="l">
              <a:lnSpc>
                <a:spcPct val="108000"/>
              </a:lnSpc>
              <a:buNone/>
              <a:defRPr sz="2175" b="0">
                <a:solidFill>
                  <a:srgbClr val="D4DDEB"/>
                </a:solidFill>
                <a:latin typeface="Arial"/>
                <a:ea typeface="Arial"/>
                <a:cs typeface="Arial"/>
              </a:defRPr>
            </a:pPr>
            <a:r>
              <a:rPr sz="2175" b="0">
                <a:solidFill>
                  <a:srgbClr val="D4DDEB"/>
                </a:solidFill>
                <a:latin typeface="Arial"/>
                <a:ea typeface="Arial"/>
                <a:cs typeface="Arial"/>
              </a:rPr>
              <a:t>La transferencia debe cambiar quién puede ingresar, manteniendo una sola entrada válida.</a:t>
            </a:r>
          </a:p>
        </p:txBody>
      </p:sp>
      <p:sp>
        <p:nvSpPr>
          <p:cNvPr id="6" name="numero-pagina">
            <a:extLst xmlns:a="http://schemas.openxmlformats.org/drawingml/2006/main">
              <a:ext uri="{FF2B5EF4-FFF2-40B4-BE49-F238E27FC236}">
                <a16:creationId xmlns:a16="http://schemas.microsoft.com/office/drawing/2014/main" id="{859536FD-5DB9-45D3-B8AE-051A94067A51}"/>
              </a:ext>
            </a:extLst>
          </p:cNvPr>
          <p:cNvSpPr>
            <a:spLocks xmlns:a="http://schemas.openxmlformats.org/drawingml/2006/main" noGrp="1"/>
          </p:cNvSpPr>
          <p:nvPr/>
        </p:nvSpPr>
        <p:spPr>
          <a:xfrm xmlns:a="http://schemas.openxmlformats.org/drawingml/2006/main">
            <a:off x="10972800" y="6400800"/>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D4DDEB"/>
                </a:solidFill>
                <a:latin typeface="Arial"/>
                <a:ea typeface="Arial"/>
                <a:cs typeface="Arial"/>
              </a:defRPr>
            </a:defPPr>
            <a:lvl1pPr algn="r">
              <a:defRPr sz="1350" b="0">
                <a:solidFill>
                  <a:srgbClr val="D4DDEB"/>
                </a:solidFill>
                <a:latin typeface="Arial"/>
                <a:ea typeface="Arial"/>
                <a:cs typeface="Arial"/>
              </a:defRPr>
            </a:lvl1pPr>
            <a:lvl2pPr algn="r">
              <a:defRPr sz="1350" b="0">
                <a:solidFill>
                  <a:srgbClr val="D4DDEB"/>
                </a:solidFill>
                <a:latin typeface="Arial"/>
                <a:ea typeface="Arial"/>
                <a:cs typeface="Arial"/>
              </a:defRPr>
            </a:lvl2pPr>
            <a:lvl3pPr algn="r">
              <a:defRPr sz="1350" b="0">
                <a:solidFill>
                  <a:srgbClr val="D4DDEB"/>
                </a:solidFill>
                <a:latin typeface="Arial"/>
                <a:ea typeface="Arial"/>
                <a:cs typeface="Arial"/>
              </a:defRPr>
            </a:lvl3pPr>
            <a:lvl4pPr algn="r">
              <a:defRPr sz="1350" b="0">
                <a:solidFill>
                  <a:srgbClr val="D4DDEB"/>
                </a:solidFill>
                <a:latin typeface="Arial"/>
                <a:ea typeface="Arial"/>
                <a:cs typeface="Arial"/>
              </a:defRPr>
            </a:lvl4pPr>
            <a:lvl5pPr algn="r">
              <a:defRPr sz="1350" b="0">
                <a:solidFill>
                  <a:srgbClr val="D4DDEB"/>
                </a:solidFill>
                <a:latin typeface="Arial"/>
                <a:ea typeface="Arial"/>
                <a:cs typeface="Arial"/>
              </a:defRPr>
            </a:lvl5pPr>
            <a:lvl6pPr algn="r">
              <a:defRPr sz="1350" b="0">
                <a:solidFill>
                  <a:srgbClr val="D4DDEB"/>
                </a:solidFill>
                <a:latin typeface="Arial"/>
                <a:ea typeface="Arial"/>
                <a:cs typeface="Arial"/>
              </a:defRPr>
            </a:lvl6pPr>
            <a:lvl7pPr algn="r">
              <a:defRPr sz="1350" b="0">
                <a:solidFill>
                  <a:srgbClr val="D4DDEB"/>
                </a:solidFill>
                <a:latin typeface="Arial"/>
                <a:ea typeface="Arial"/>
                <a:cs typeface="Arial"/>
              </a:defRPr>
            </a:lvl7pPr>
            <a:lvl8pPr algn="r">
              <a:defRPr sz="1350" b="0">
                <a:solidFill>
                  <a:srgbClr val="D4DDEB"/>
                </a:solidFill>
                <a:latin typeface="Arial"/>
                <a:ea typeface="Arial"/>
                <a:cs typeface="Arial"/>
              </a:defRPr>
            </a:lvl8pPr>
            <a:lvl9pPr algn="r">
              <a:defRPr sz="1350" b="0">
                <a:solidFill>
                  <a:srgbClr val="D4DDEB"/>
                </a:solidFill>
                <a:latin typeface="Arial"/>
                <a:ea typeface="Arial"/>
                <a:cs typeface="Arial"/>
              </a:defRPr>
            </a:lvl9pPr>
          </a:lstStyle>
          <a:p xmlns:a="http://schemas.openxmlformats.org/drawingml/2006/main">
            <a:pPr algn="r">
              <a:lnSpc>
                <a:spcPct val="108000"/>
              </a:lnSpc>
              <a:buNone/>
              <a:defRPr sz="1350" b="0">
                <a:solidFill>
                  <a:srgbClr val="D4DDEB"/>
                </a:solidFill>
                <a:latin typeface="Arial"/>
                <a:ea typeface="Arial"/>
                <a:cs typeface="Arial"/>
              </a:defRPr>
            </a:pPr>
            <a:r>
              <a:rPr sz="1350" b="0">
                <a:solidFill>
                  <a:srgbClr val="D4DDEB"/>
                </a:solidFill>
                <a:latin typeface="Arial"/>
                <a:ea typeface="Arial"/>
                <a:cs typeface="Arial"/>
              </a:rPr>
              <a:t>02</a:t>
            </a:r>
          </a:p>
        </p:txBody>
      </p:sp>
    </p:spTree>
    <p:extLst>
      <p:ext uri="{BB962C8B-B14F-4D97-AF65-F5344CB8AC3E}">
        <p14:creationId xmlns:p14="http://schemas.microsoft.com/office/powerpoint/2010/main" val="1991806645"/>
      </p:ext>
    </p:extLst>
  </p:cSld>
</p:sld>
</file>

<file path=ppt/slides/slide3.xml><?xml version="1.0" encoding="utf-8"?>
<p:sld xmlns:p="http://schemas.openxmlformats.org/presentationml/2006/main">
  <p:cSld>
    <p:bg>
      <p:bgPr>
        <a:solidFill xmlns:a="http://schemas.openxmlformats.org/drawingml/2006/main">
          <a:srgbClr val="F6F1E8"/>
        </a:solidFill>
      </p:bgPr>
    </p:bg>
    <p:spTree>
      <p:nvGrpSpPr>
        <p:cNvPr id="1" name=""/>
        <p:cNvGrpSpPr/>
        <p:nvPr/>
      </p:nvGrpSpPr>
      <p:grpSpPr>
        <a:xfrm xmlns:a="http://schemas.openxmlformats.org/drawingml/2006/main"/>
      </p:grpSpPr>
      <p:sp>
        <p:nvSpPr>
          <p:cNvPr id="6" name="titulo">
            <a:extLst xmlns:a="http://schemas.openxmlformats.org/drawingml/2006/main">
              <a:ext uri="{FF2B5EF4-FFF2-40B4-BE49-F238E27FC236}">
                <a16:creationId xmlns:a16="http://schemas.microsoft.com/office/drawing/2014/main" id="{BE527151-93E5-493D-A9FC-2A18F102981F}"/>
              </a:ext>
            </a:extLst>
          </p:cNvPr>
          <p:cNvSpPr>
            <a:spLocks xmlns:a="http://schemas.openxmlformats.org/drawingml/2006/main" noGrp="1"/>
          </p:cNvSpPr>
          <p:nvPr/>
        </p:nvSpPr>
        <p:spPr>
          <a:xfrm xmlns:a="http://schemas.openxmlformats.org/drawingml/2006/main">
            <a:off x="609600" y="571500"/>
            <a:ext cx="109728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050" b="1">
                <a:solidFill>
                  <a:srgbClr val="11233E"/>
                </a:solidFill>
                <a:latin typeface="Arial"/>
                <a:ea typeface="Arial"/>
                <a:cs typeface="Arial"/>
              </a:defRPr>
            </a:defPPr>
            <a:lvl1pPr algn="l">
              <a:defRPr sz="4050" b="1">
                <a:solidFill>
                  <a:srgbClr val="11233E"/>
                </a:solidFill>
                <a:latin typeface="Arial"/>
                <a:ea typeface="Arial"/>
                <a:cs typeface="Arial"/>
              </a:defRPr>
            </a:lvl1pPr>
            <a:lvl2pPr algn="l">
              <a:defRPr sz="4050" b="1">
                <a:solidFill>
                  <a:srgbClr val="11233E"/>
                </a:solidFill>
                <a:latin typeface="Arial"/>
                <a:ea typeface="Arial"/>
                <a:cs typeface="Arial"/>
              </a:defRPr>
            </a:lvl2pPr>
            <a:lvl3pPr algn="l">
              <a:defRPr sz="4050" b="1">
                <a:solidFill>
                  <a:srgbClr val="11233E"/>
                </a:solidFill>
                <a:latin typeface="Arial"/>
                <a:ea typeface="Arial"/>
                <a:cs typeface="Arial"/>
              </a:defRPr>
            </a:lvl3pPr>
            <a:lvl4pPr algn="l">
              <a:defRPr sz="4050" b="1">
                <a:solidFill>
                  <a:srgbClr val="11233E"/>
                </a:solidFill>
                <a:latin typeface="Arial"/>
                <a:ea typeface="Arial"/>
                <a:cs typeface="Arial"/>
              </a:defRPr>
            </a:lvl4pPr>
            <a:lvl5pPr algn="l">
              <a:defRPr sz="4050" b="1">
                <a:solidFill>
                  <a:srgbClr val="11233E"/>
                </a:solidFill>
                <a:latin typeface="Arial"/>
                <a:ea typeface="Arial"/>
                <a:cs typeface="Arial"/>
              </a:defRPr>
            </a:lvl5pPr>
            <a:lvl6pPr algn="l">
              <a:defRPr sz="4050" b="1">
                <a:solidFill>
                  <a:srgbClr val="11233E"/>
                </a:solidFill>
                <a:latin typeface="Arial"/>
                <a:ea typeface="Arial"/>
                <a:cs typeface="Arial"/>
              </a:defRPr>
            </a:lvl6pPr>
            <a:lvl7pPr algn="l">
              <a:defRPr sz="4050" b="1">
                <a:solidFill>
                  <a:srgbClr val="11233E"/>
                </a:solidFill>
                <a:latin typeface="Arial"/>
                <a:ea typeface="Arial"/>
                <a:cs typeface="Arial"/>
              </a:defRPr>
            </a:lvl7pPr>
            <a:lvl8pPr algn="l">
              <a:defRPr sz="4050" b="1">
                <a:solidFill>
                  <a:srgbClr val="11233E"/>
                </a:solidFill>
                <a:latin typeface="Arial"/>
                <a:ea typeface="Arial"/>
                <a:cs typeface="Arial"/>
              </a:defRPr>
            </a:lvl8pPr>
            <a:lvl9pPr algn="l">
              <a:defRPr sz="4050" b="1">
                <a:solidFill>
                  <a:srgbClr val="11233E"/>
                </a:solidFill>
                <a:latin typeface="Arial"/>
                <a:ea typeface="Arial"/>
                <a:cs typeface="Arial"/>
              </a:defRPr>
            </a:lvl9pPr>
          </a:lstStyle>
          <a:p xmlns:a="http://schemas.openxmlformats.org/drawingml/2006/main">
            <a:pPr algn="l">
              <a:lnSpc>
                <a:spcPct val="108000"/>
              </a:lnSpc>
              <a:buNone/>
              <a:defRPr sz="4050" b="1">
                <a:solidFill>
                  <a:srgbClr val="11233E"/>
                </a:solidFill>
                <a:latin typeface="Arial"/>
                <a:ea typeface="Arial"/>
                <a:cs typeface="Arial"/>
              </a:defRPr>
            </a:pPr>
            <a:r>
              <a:rPr sz="4050" b="1">
                <a:solidFill>
                  <a:srgbClr val="11233E"/>
                </a:solidFill>
                <a:latin typeface="Arial"/>
                <a:ea typeface="Arial"/>
                <a:cs typeface="Arial"/>
              </a:rPr>
              <a:t>Cambio correctivo</a:t>
            </a:r>
          </a:p>
        </p:txBody>
      </p:sp>
      <p:sp>
        <p:nvSpPr>
          <p:cNvPr id="2" name="definicion-del-tipo">
            <a:extLst xmlns:a="http://schemas.openxmlformats.org/drawingml/2006/main">
              <a:ext uri="{FF2B5EF4-FFF2-40B4-BE49-F238E27FC236}">
                <a16:creationId xmlns:a16="http://schemas.microsoft.com/office/drawing/2014/main" id="{D572CE27-5668-4D53-9BBA-AE3557C5312D}"/>
              </a:ext>
            </a:extLst>
          </p:cNvPr>
          <p:cNvSpPr>
            <a:spLocks xmlns:a="http://schemas.openxmlformats.org/drawingml/2006/main" noGrp="1"/>
          </p:cNvSpPr>
          <p:nvPr/>
        </p:nvSpPr>
        <p:spPr>
          <a:xfrm xmlns:a="http://schemas.openxmlformats.org/drawingml/2006/main">
            <a:off x="609600" y="2000250"/>
            <a:ext cx="449580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11233E"/>
                </a:solidFill>
                <a:latin typeface="Arial"/>
                <a:ea typeface="Arial"/>
                <a:cs typeface="Arial"/>
              </a:defRPr>
            </a:defPPr>
            <a:lvl1pPr algn="l">
              <a:defRPr sz="3450" b="1">
                <a:solidFill>
                  <a:srgbClr val="11233E"/>
                </a:solidFill>
                <a:latin typeface="Arial"/>
                <a:ea typeface="Arial"/>
                <a:cs typeface="Arial"/>
              </a:defRPr>
            </a:lvl1pPr>
            <a:lvl2pPr algn="l">
              <a:defRPr sz="3450" b="1">
                <a:solidFill>
                  <a:srgbClr val="11233E"/>
                </a:solidFill>
                <a:latin typeface="Arial"/>
                <a:ea typeface="Arial"/>
                <a:cs typeface="Arial"/>
              </a:defRPr>
            </a:lvl2pPr>
            <a:lvl3pPr algn="l">
              <a:defRPr sz="3450" b="1">
                <a:solidFill>
                  <a:srgbClr val="11233E"/>
                </a:solidFill>
                <a:latin typeface="Arial"/>
                <a:ea typeface="Arial"/>
                <a:cs typeface="Arial"/>
              </a:defRPr>
            </a:lvl3pPr>
            <a:lvl4pPr algn="l">
              <a:defRPr sz="3450" b="1">
                <a:solidFill>
                  <a:srgbClr val="11233E"/>
                </a:solidFill>
                <a:latin typeface="Arial"/>
                <a:ea typeface="Arial"/>
                <a:cs typeface="Arial"/>
              </a:defRPr>
            </a:lvl4pPr>
            <a:lvl5pPr algn="l">
              <a:defRPr sz="3450" b="1">
                <a:solidFill>
                  <a:srgbClr val="11233E"/>
                </a:solidFill>
                <a:latin typeface="Arial"/>
                <a:ea typeface="Arial"/>
                <a:cs typeface="Arial"/>
              </a:defRPr>
            </a:lvl5pPr>
            <a:lvl6pPr algn="l">
              <a:defRPr sz="3450" b="1">
                <a:solidFill>
                  <a:srgbClr val="11233E"/>
                </a:solidFill>
                <a:latin typeface="Arial"/>
                <a:ea typeface="Arial"/>
                <a:cs typeface="Arial"/>
              </a:defRPr>
            </a:lvl6pPr>
            <a:lvl7pPr algn="l">
              <a:defRPr sz="3450" b="1">
                <a:solidFill>
                  <a:srgbClr val="11233E"/>
                </a:solidFill>
                <a:latin typeface="Arial"/>
                <a:ea typeface="Arial"/>
                <a:cs typeface="Arial"/>
              </a:defRPr>
            </a:lvl7pPr>
            <a:lvl8pPr algn="l">
              <a:defRPr sz="3450" b="1">
                <a:solidFill>
                  <a:srgbClr val="11233E"/>
                </a:solidFill>
                <a:latin typeface="Arial"/>
                <a:ea typeface="Arial"/>
                <a:cs typeface="Arial"/>
              </a:defRPr>
            </a:lvl8pPr>
            <a:lvl9pPr algn="l">
              <a:defRPr sz="3450" b="1">
                <a:solidFill>
                  <a:srgbClr val="11233E"/>
                </a:solidFill>
                <a:latin typeface="Arial"/>
                <a:ea typeface="Arial"/>
                <a:cs typeface="Arial"/>
              </a:defRPr>
            </a:lvl9pPr>
          </a:lstStyle>
          <a:p xmlns:a="http://schemas.openxmlformats.org/drawingml/2006/main">
            <a:pPr algn="l">
              <a:lnSpc>
                <a:spcPct val="108000"/>
              </a:lnSpc>
              <a:buNone/>
              <a:defRPr sz="3450" b="1">
                <a:solidFill>
                  <a:srgbClr val="11233E"/>
                </a:solidFill>
                <a:latin typeface="Arial"/>
                <a:ea typeface="Arial"/>
                <a:cs typeface="Arial"/>
              </a:defRPr>
            </a:pPr>
            <a:r>
              <a:rPr sz="3450" b="1">
                <a:solidFill>
                  <a:srgbClr val="11233E"/>
                </a:solidFill>
                <a:latin typeface="Arial"/>
                <a:ea typeface="Arial"/>
                <a:cs typeface="Arial"/>
              </a:rPr>
              <a:t>Repara un defecto existente.</a:t>
            </a:r>
          </a:p>
        </p:txBody>
      </p:sp>
      <p:sp>
        <p:nvSpPr>
          <p:cNvPr id="3" name="caso-hipotetico">
            <a:extLst xmlns:a="http://schemas.openxmlformats.org/drawingml/2006/main">
              <a:ext uri="{FF2B5EF4-FFF2-40B4-BE49-F238E27FC236}">
                <a16:creationId xmlns:a16="http://schemas.microsoft.com/office/drawing/2014/main" id="{792C3B13-107D-4EE2-8082-3EB0CDB41CDC}"/>
              </a:ext>
            </a:extLst>
          </p:cNvPr>
          <p:cNvSpPr>
            <a:spLocks xmlns:a="http://schemas.openxmlformats.org/drawingml/2006/main" noGrp="1"/>
          </p:cNvSpPr>
          <p:nvPr/>
        </p:nvSpPr>
        <p:spPr>
          <a:xfrm xmlns:a="http://schemas.openxmlformats.org/drawingml/2006/main">
            <a:off x="6000750" y="2038350"/>
            <a:ext cx="55816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0">
                <a:solidFill>
                  <a:srgbClr val="A75C32"/>
                </a:solidFill>
                <a:latin typeface="Arial"/>
                <a:ea typeface="Arial"/>
                <a:cs typeface="Arial"/>
              </a:defRPr>
            </a:defPPr>
            <a:lvl1pPr algn="l">
              <a:defRPr sz="2700" b="0">
                <a:solidFill>
                  <a:srgbClr val="A75C32"/>
                </a:solidFill>
                <a:latin typeface="Arial"/>
                <a:ea typeface="Arial"/>
                <a:cs typeface="Arial"/>
              </a:defRPr>
            </a:lvl1pPr>
            <a:lvl2pPr algn="l">
              <a:defRPr sz="2700" b="0">
                <a:solidFill>
                  <a:srgbClr val="A75C32"/>
                </a:solidFill>
                <a:latin typeface="Arial"/>
                <a:ea typeface="Arial"/>
                <a:cs typeface="Arial"/>
              </a:defRPr>
            </a:lvl2pPr>
            <a:lvl3pPr algn="l">
              <a:defRPr sz="2700" b="0">
                <a:solidFill>
                  <a:srgbClr val="A75C32"/>
                </a:solidFill>
                <a:latin typeface="Arial"/>
                <a:ea typeface="Arial"/>
                <a:cs typeface="Arial"/>
              </a:defRPr>
            </a:lvl3pPr>
            <a:lvl4pPr algn="l">
              <a:defRPr sz="2700" b="0">
                <a:solidFill>
                  <a:srgbClr val="A75C32"/>
                </a:solidFill>
                <a:latin typeface="Arial"/>
                <a:ea typeface="Arial"/>
                <a:cs typeface="Arial"/>
              </a:defRPr>
            </a:lvl4pPr>
            <a:lvl5pPr algn="l">
              <a:defRPr sz="2700" b="0">
                <a:solidFill>
                  <a:srgbClr val="A75C32"/>
                </a:solidFill>
                <a:latin typeface="Arial"/>
                <a:ea typeface="Arial"/>
                <a:cs typeface="Arial"/>
              </a:defRPr>
            </a:lvl5pPr>
            <a:lvl6pPr algn="l">
              <a:defRPr sz="2700" b="0">
                <a:solidFill>
                  <a:srgbClr val="A75C32"/>
                </a:solidFill>
                <a:latin typeface="Arial"/>
                <a:ea typeface="Arial"/>
                <a:cs typeface="Arial"/>
              </a:defRPr>
            </a:lvl6pPr>
            <a:lvl7pPr algn="l">
              <a:defRPr sz="2700" b="0">
                <a:solidFill>
                  <a:srgbClr val="A75C32"/>
                </a:solidFill>
                <a:latin typeface="Arial"/>
                <a:ea typeface="Arial"/>
                <a:cs typeface="Arial"/>
              </a:defRPr>
            </a:lvl7pPr>
            <a:lvl8pPr algn="l">
              <a:defRPr sz="2700" b="0">
                <a:solidFill>
                  <a:srgbClr val="A75C32"/>
                </a:solidFill>
                <a:latin typeface="Arial"/>
                <a:ea typeface="Arial"/>
                <a:cs typeface="Arial"/>
              </a:defRPr>
            </a:lvl8pPr>
            <a:lvl9pPr algn="l">
              <a:defRPr sz="2700" b="0">
                <a:solidFill>
                  <a:srgbClr val="A75C32"/>
                </a:solidFill>
                <a:latin typeface="Arial"/>
                <a:ea typeface="Arial"/>
                <a:cs typeface="Arial"/>
              </a:defRPr>
            </a:lvl9pPr>
          </a:lstStyle>
          <a:p xmlns:a="http://schemas.openxmlformats.org/drawingml/2006/main">
            <a:pPr algn="l">
              <a:lnSpc>
                <a:spcPct val="108000"/>
              </a:lnSpc>
              <a:buNone/>
              <a:defRPr sz="2700" b="0">
                <a:solidFill>
                  <a:srgbClr val="A75C32"/>
                </a:solidFill>
                <a:latin typeface="Arial"/>
                <a:ea typeface="Arial"/>
                <a:cs typeface="Arial"/>
              </a:defRPr>
            </a:pPr>
            <a:r>
              <a:rPr sz="2700" b="0">
                <a:solidFill>
                  <a:srgbClr val="A75C32"/>
                </a:solidFill>
                <a:latin typeface="Arial"/>
                <a:ea typeface="Arial"/>
                <a:cs typeface="Arial"/>
              </a:rPr>
              <a:t>Caso: el lector acepta otra vez un QR ya utilizado.</a:t>
            </a:r>
          </a:p>
        </p:txBody>
      </p:sp>
      <p:sp>
        <p:nvSpPr>
          <p:cNvPr id="4" name="respuesta-al-caso">
            <a:extLst xmlns:a="http://schemas.openxmlformats.org/drawingml/2006/main">
              <a:ext uri="{FF2B5EF4-FFF2-40B4-BE49-F238E27FC236}">
                <a16:creationId xmlns:a16="http://schemas.microsoft.com/office/drawing/2014/main" id="{286FE0B3-8A8D-4021-B6F2-C26547B6EF70}"/>
              </a:ext>
            </a:extLst>
          </p:cNvPr>
          <p:cNvSpPr>
            <a:spLocks xmlns:a="http://schemas.openxmlformats.org/drawingml/2006/main" noGrp="1"/>
          </p:cNvSpPr>
          <p:nvPr/>
        </p:nvSpPr>
        <p:spPr>
          <a:xfrm xmlns:a="http://schemas.openxmlformats.org/drawingml/2006/main">
            <a:off x="6000750" y="4400550"/>
            <a:ext cx="55816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11233E"/>
                </a:solidFill>
                <a:latin typeface="Arial"/>
                <a:ea typeface="Arial"/>
                <a:cs typeface="Arial"/>
              </a:defRPr>
            </a:defPPr>
            <a:lvl1pPr algn="l">
              <a:defRPr sz="2550" b="0">
                <a:solidFill>
                  <a:srgbClr val="11233E"/>
                </a:solidFill>
                <a:latin typeface="Arial"/>
                <a:ea typeface="Arial"/>
                <a:cs typeface="Arial"/>
              </a:defRPr>
            </a:lvl1pPr>
            <a:lvl2pPr algn="l">
              <a:defRPr sz="2550" b="0">
                <a:solidFill>
                  <a:srgbClr val="11233E"/>
                </a:solidFill>
                <a:latin typeface="Arial"/>
                <a:ea typeface="Arial"/>
                <a:cs typeface="Arial"/>
              </a:defRPr>
            </a:lvl2pPr>
            <a:lvl3pPr algn="l">
              <a:defRPr sz="2550" b="0">
                <a:solidFill>
                  <a:srgbClr val="11233E"/>
                </a:solidFill>
                <a:latin typeface="Arial"/>
                <a:ea typeface="Arial"/>
                <a:cs typeface="Arial"/>
              </a:defRPr>
            </a:lvl3pPr>
            <a:lvl4pPr algn="l">
              <a:defRPr sz="2550" b="0">
                <a:solidFill>
                  <a:srgbClr val="11233E"/>
                </a:solidFill>
                <a:latin typeface="Arial"/>
                <a:ea typeface="Arial"/>
                <a:cs typeface="Arial"/>
              </a:defRPr>
            </a:lvl4pPr>
            <a:lvl5pPr algn="l">
              <a:defRPr sz="2550" b="0">
                <a:solidFill>
                  <a:srgbClr val="11233E"/>
                </a:solidFill>
                <a:latin typeface="Arial"/>
                <a:ea typeface="Arial"/>
                <a:cs typeface="Arial"/>
              </a:defRPr>
            </a:lvl5pPr>
            <a:lvl6pPr algn="l">
              <a:defRPr sz="2550" b="0">
                <a:solidFill>
                  <a:srgbClr val="11233E"/>
                </a:solidFill>
                <a:latin typeface="Arial"/>
                <a:ea typeface="Arial"/>
                <a:cs typeface="Arial"/>
              </a:defRPr>
            </a:lvl6pPr>
            <a:lvl7pPr algn="l">
              <a:defRPr sz="2550" b="0">
                <a:solidFill>
                  <a:srgbClr val="11233E"/>
                </a:solidFill>
                <a:latin typeface="Arial"/>
                <a:ea typeface="Arial"/>
                <a:cs typeface="Arial"/>
              </a:defRPr>
            </a:lvl7pPr>
            <a:lvl8pPr algn="l">
              <a:defRPr sz="2550" b="0">
                <a:solidFill>
                  <a:srgbClr val="11233E"/>
                </a:solidFill>
                <a:latin typeface="Arial"/>
                <a:ea typeface="Arial"/>
                <a:cs typeface="Arial"/>
              </a:defRPr>
            </a:lvl8pPr>
            <a:lvl9pPr algn="l">
              <a:defRPr sz="2550" b="0">
                <a:solidFill>
                  <a:srgbClr val="11233E"/>
                </a:solidFill>
                <a:latin typeface="Arial"/>
                <a:ea typeface="Arial"/>
                <a:cs typeface="Arial"/>
              </a:defRPr>
            </a:lvl9pPr>
          </a:lstStyle>
          <a:p xmlns:a="http://schemas.openxmlformats.org/drawingml/2006/main">
            <a:pPr algn="l">
              <a:lnSpc>
                <a:spcPct val="108000"/>
              </a:lnSpc>
              <a:buNone/>
              <a:defRPr sz="2550" b="0">
                <a:solidFill>
                  <a:srgbClr val="11233E"/>
                </a:solidFill>
                <a:latin typeface="Arial"/>
                <a:ea typeface="Arial"/>
                <a:cs typeface="Arial"/>
              </a:defRPr>
            </a:pPr>
            <a:r>
              <a:rPr sz="2550" b="0">
                <a:solidFill>
                  <a:srgbClr val="11233E"/>
                </a:solidFill>
                <a:latin typeface="Arial"/>
                <a:ea typeface="Arial"/>
                <a:cs typeface="Arial"/>
              </a:rPr>
              <a:t>Corrección: rechazar el segundo ingreso y comprobar que el primero siga funcionando.</a:t>
            </a:r>
          </a:p>
        </p:txBody>
      </p:sp>
      <p:sp>
        <p:nvSpPr>
          <p:cNvPr id="5" name="numero-pagina">
            <a:extLst xmlns:a="http://schemas.openxmlformats.org/drawingml/2006/main">
              <a:ext uri="{FF2B5EF4-FFF2-40B4-BE49-F238E27FC236}">
                <a16:creationId xmlns:a16="http://schemas.microsoft.com/office/drawing/2014/main" id="{66E4A015-2051-4955-A26A-B8621172B4ED}"/>
              </a:ext>
            </a:extLst>
          </p:cNvPr>
          <p:cNvSpPr>
            <a:spLocks xmlns:a="http://schemas.openxmlformats.org/drawingml/2006/main" noGrp="1"/>
          </p:cNvSpPr>
          <p:nvPr/>
        </p:nvSpPr>
        <p:spPr>
          <a:xfrm xmlns:a="http://schemas.openxmlformats.org/drawingml/2006/main">
            <a:off x="10972800" y="6400800"/>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11233E"/>
                </a:solidFill>
                <a:latin typeface="Arial"/>
                <a:ea typeface="Arial"/>
                <a:cs typeface="Arial"/>
              </a:defRPr>
            </a:defPPr>
            <a:lvl1pPr algn="r">
              <a:defRPr sz="1350" b="0">
                <a:solidFill>
                  <a:srgbClr val="11233E"/>
                </a:solidFill>
                <a:latin typeface="Arial"/>
                <a:ea typeface="Arial"/>
                <a:cs typeface="Arial"/>
              </a:defRPr>
            </a:lvl1pPr>
            <a:lvl2pPr algn="r">
              <a:defRPr sz="1350" b="0">
                <a:solidFill>
                  <a:srgbClr val="11233E"/>
                </a:solidFill>
                <a:latin typeface="Arial"/>
                <a:ea typeface="Arial"/>
                <a:cs typeface="Arial"/>
              </a:defRPr>
            </a:lvl2pPr>
            <a:lvl3pPr algn="r">
              <a:defRPr sz="1350" b="0">
                <a:solidFill>
                  <a:srgbClr val="11233E"/>
                </a:solidFill>
                <a:latin typeface="Arial"/>
                <a:ea typeface="Arial"/>
                <a:cs typeface="Arial"/>
              </a:defRPr>
            </a:lvl3pPr>
            <a:lvl4pPr algn="r">
              <a:defRPr sz="1350" b="0">
                <a:solidFill>
                  <a:srgbClr val="11233E"/>
                </a:solidFill>
                <a:latin typeface="Arial"/>
                <a:ea typeface="Arial"/>
                <a:cs typeface="Arial"/>
              </a:defRPr>
            </a:lvl4pPr>
            <a:lvl5pPr algn="r">
              <a:defRPr sz="1350" b="0">
                <a:solidFill>
                  <a:srgbClr val="11233E"/>
                </a:solidFill>
                <a:latin typeface="Arial"/>
                <a:ea typeface="Arial"/>
                <a:cs typeface="Arial"/>
              </a:defRPr>
            </a:lvl5pPr>
            <a:lvl6pPr algn="r">
              <a:defRPr sz="1350" b="0">
                <a:solidFill>
                  <a:srgbClr val="11233E"/>
                </a:solidFill>
                <a:latin typeface="Arial"/>
                <a:ea typeface="Arial"/>
                <a:cs typeface="Arial"/>
              </a:defRPr>
            </a:lvl6pPr>
            <a:lvl7pPr algn="r">
              <a:defRPr sz="1350" b="0">
                <a:solidFill>
                  <a:srgbClr val="11233E"/>
                </a:solidFill>
                <a:latin typeface="Arial"/>
                <a:ea typeface="Arial"/>
                <a:cs typeface="Arial"/>
              </a:defRPr>
            </a:lvl7pPr>
            <a:lvl8pPr algn="r">
              <a:defRPr sz="1350" b="0">
                <a:solidFill>
                  <a:srgbClr val="11233E"/>
                </a:solidFill>
                <a:latin typeface="Arial"/>
                <a:ea typeface="Arial"/>
                <a:cs typeface="Arial"/>
              </a:defRPr>
            </a:lvl8pPr>
            <a:lvl9pPr algn="r">
              <a:defRPr sz="1350" b="0">
                <a:solidFill>
                  <a:srgbClr val="11233E"/>
                </a:solidFill>
                <a:latin typeface="Arial"/>
                <a:ea typeface="Arial"/>
                <a:cs typeface="Arial"/>
              </a:defRPr>
            </a:lvl9pPr>
          </a:lstStyle>
          <a:p xmlns:a="http://schemas.openxmlformats.org/drawingml/2006/main">
            <a:pPr algn="r">
              <a:lnSpc>
                <a:spcPct val="108000"/>
              </a:lnSpc>
              <a:buNone/>
              <a:defRPr sz="1350" b="0">
                <a:solidFill>
                  <a:srgbClr val="11233E"/>
                </a:solidFill>
                <a:latin typeface="Arial"/>
                <a:ea typeface="Arial"/>
                <a:cs typeface="Arial"/>
              </a:defRPr>
            </a:pPr>
            <a:r>
              <a:rPr sz="1350" b="0">
                <a:solidFill>
                  <a:srgbClr val="11233E"/>
                </a:solidFill>
                <a:latin typeface="Arial"/>
                <a:ea typeface="Arial"/>
                <a:cs typeface="Arial"/>
              </a:rPr>
              <a:t>03</a:t>
            </a:r>
          </a:p>
        </p:txBody>
      </p:sp>
    </p:spTree>
    <p:extLst>
      <p:ext uri="{BB962C8B-B14F-4D97-AF65-F5344CB8AC3E}">
        <p14:creationId xmlns:p14="http://schemas.microsoft.com/office/powerpoint/2010/main" val="748897013"/>
      </p:ext>
    </p:extLst>
  </p:cSld>
</p:sld>
</file>

<file path=ppt/slides/slide4.xml><?xml version="1.0" encoding="utf-8"?>
<p:sld xmlns:p="http://schemas.openxmlformats.org/presentationml/2006/main">
  <p:cSld>
    <p:bg>
      <p:bgPr>
        <a:solidFill xmlns:a="http://schemas.openxmlformats.org/drawingml/2006/main">
          <a:srgbClr val="11233E"/>
        </a:solidFill>
      </p:bgPr>
    </p:bg>
    <p:spTree>
      <p:nvGrpSpPr>
        <p:cNvPr id="1" name=""/>
        <p:cNvGrpSpPr/>
        <p:nvPr/>
      </p:nvGrpSpPr>
      <p:grpSpPr>
        <a:xfrm xmlns:a="http://schemas.openxmlformats.org/drawingml/2006/main"/>
      </p:grpSpPr>
      <p:sp>
        <p:nvSpPr>
          <p:cNvPr id="6" name="titulo">
            <a:extLst xmlns:a="http://schemas.openxmlformats.org/drawingml/2006/main">
              <a:ext uri="{FF2B5EF4-FFF2-40B4-BE49-F238E27FC236}">
                <a16:creationId xmlns:a16="http://schemas.microsoft.com/office/drawing/2014/main" id="{9FDD9BEC-CAC7-4FA0-8441-FC4725FFB68F}"/>
              </a:ext>
            </a:extLst>
          </p:cNvPr>
          <p:cNvSpPr>
            <a:spLocks xmlns:a="http://schemas.openxmlformats.org/drawingml/2006/main" noGrp="1"/>
          </p:cNvSpPr>
          <p:nvPr/>
        </p:nvSpPr>
        <p:spPr>
          <a:xfrm xmlns:a="http://schemas.openxmlformats.org/drawingml/2006/main">
            <a:off x="609600" y="571500"/>
            <a:ext cx="109728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050" b="1">
                <a:solidFill>
                  <a:srgbClr val="F6F1E8"/>
                </a:solidFill>
                <a:latin typeface="Arial"/>
                <a:ea typeface="Arial"/>
                <a:cs typeface="Arial"/>
              </a:defRPr>
            </a:defPPr>
            <a:lvl1pPr algn="l">
              <a:defRPr sz="4050" b="1">
                <a:solidFill>
                  <a:srgbClr val="F6F1E8"/>
                </a:solidFill>
                <a:latin typeface="Arial"/>
                <a:ea typeface="Arial"/>
                <a:cs typeface="Arial"/>
              </a:defRPr>
            </a:lvl1pPr>
            <a:lvl2pPr algn="l">
              <a:defRPr sz="4050" b="1">
                <a:solidFill>
                  <a:srgbClr val="F6F1E8"/>
                </a:solidFill>
                <a:latin typeface="Arial"/>
                <a:ea typeface="Arial"/>
                <a:cs typeface="Arial"/>
              </a:defRPr>
            </a:lvl2pPr>
            <a:lvl3pPr algn="l">
              <a:defRPr sz="4050" b="1">
                <a:solidFill>
                  <a:srgbClr val="F6F1E8"/>
                </a:solidFill>
                <a:latin typeface="Arial"/>
                <a:ea typeface="Arial"/>
                <a:cs typeface="Arial"/>
              </a:defRPr>
            </a:lvl3pPr>
            <a:lvl4pPr algn="l">
              <a:defRPr sz="4050" b="1">
                <a:solidFill>
                  <a:srgbClr val="F6F1E8"/>
                </a:solidFill>
                <a:latin typeface="Arial"/>
                <a:ea typeface="Arial"/>
                <a:cs typeface="Arial"/>
              </a:defRPr>
            </a:lvl4pPr>
            <a:lvl5pPr algn="l">
              <a:defRPr sz="4050" b="1">
                <a:solidFill>
                  <a:srgbClr val="F6F1E8"/>
                </a:solidFill>
                <a:latin typeface="Arial"/>
                <a:ea typeface="Arial"/>
                <a:cs typeface="Arial"/>
              </a:defRPr>
            </a:lvl5pPr>
            <a:lvl6pPr algn="l">
              <a:defRPr sz="4050" b="1">
                <a:solidFill>
                  <a:srgbClr val="F6F1E8"/>
                </a:solidFill>
                <a:latin typeface="Arial"/>
                <a:ea typeface="Arial"/>
                <a:cs typeface="Arial"/>
              </a:defRPr>
            </a:lvl6pPr>
            <a:lvl7pPr algn="l">
              <a:defRPr sz="4050" b="1">
                <a:solidFill>
                  <a:srgbClr val="F6F1E8"/>
                </a:solidFill>
                <a:latin typeface="Arial"/>
                <a:ea typeface="Arial"/>
                <a:cs typeface="Arial"/>
              </a:defRPr>
            </a:lvl7pPr>
            <a:lvl8pPr algn="l">
              <a:defRPr sz="4050" b="1">
                <a:solidFill>
                  <a:srgbClr val="F6F1E8"/>
                </a:solidFill>
                <a:latin typeface="Arial"/>
                <a:ea typeface="Arial"/>
                <a:cs typeface="Arial"/>
              </a:defRPr>
            </a:lvl8pPr>
            <a:lvl9pPr algn="l">
              <a:defRPr sz="4050" b="1">
                <a:solidFill>
                  <a:srgbClr val="F6F1E8"/>
                </a:solidFill>
                <a:latin typeface="Arial"/>
                <a:ea typeface="Arial"/>
                <a:cs typeface="Arial"/>
              </a:defRPr>
            </a:lvl9pPr>
          </a:lstStyle>
          <a:p xmlns:a="http://schemas.openxmlformats.org/drawingml/2006/main">
            <a:pPr algn="l">
              <a:lnSpc>
                <a:spcPct val="108000"/>
              </a:lnSpc>
              <a:buNone/>
              <a:defRPr sz="4050" b="1">
                <a:solidFill>
                  <a:srgbClr val="F6F1E8"/>
                </a:solidFill>
                <a:latin typeface="Arial"/>
                <a:ea typeface="Arial"/>
                <a:cs typeface="Arial"/>
              </a:defRPr>
            </a:pPr>
            <a:r>
              <a:rPr sz="4050" b="1">
                <a:solidFill>
                  <a:srgbClr val="F6F1E8"/>
                </a:solidFill>
                <a:latin typeface="Arial"/>
                <a:ea typeface="Arial"/>
                <a:cs typeface="Arial"/>
              </a:rPr>
              <a:t>Cambio adaptativo</a:t>
            </a:r>
          </a:p>
        </p:txBody>
      </p:sp>
      <p:sp>
        <p:nvSpPr>
          <p:cNvPr id="2" name="definicion-del-tipo">
            <a:extLst xmlns:a="http://schemas.openxmlformats.org/drawingml/2006/main">
              <a:ext uri="{FF2B5EF4-FFF2-40B4-BE49-F238E27FC236}">
                <a16:creationId xmlns:a16="http://schemas.microsoft.com/office/drawing/2014/main" id="{64798BFC-4AB1-4424-9BED-18E60B5E19E7}"/>
              </a:ext>
            </a:extLst>
          </p:cNvPr>
          <p:cNvSpPr>
            <a:spLocks xmlns:a="http://schemas.openxmlformats.org/drawingml/2006/main" noGrp="1"/>
          </p:cNvSpPr>
          <p:nvPr/>
        </p:nvSpPr>
        <p:spPr>
          <a:xfrm xmlns:a="http://schemas.openxmlformats.org/drawingml/2006/main">
            <a:off x="609600" y="2000250"/>
            <a:ext cx="449580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F6F1E8"/>
                </a:solidFill>
                <a:latin typeface="Arial"/>
                <a:ea typeface="Arial"/>
                <a:cs typeface="Arial"/>
              </a:defRPr>
            </a:defPPr>
            <a:lvl1pPr algn="l">
              <a:defRPr sz="3450" b="1">
                <a:solidFill>
                  <a:srgbClr val="F6F1E8"/>
                </a:solidFill>
                <a:latin typeface="Arial"/>
                <a:ea typeface="Arial"/>
                <a:cs typeface="Arial"/>
              </a:defRPr>
            </a:lvl1pPr>
            <a:lvl2pPr algn="l">
              <a:defRPr sz="3450" b="1">
                <a:solidFill>
                  <a:srgbClr val="F6F1E8"/>
                </a:solidFill>
                <a:latin typeface="Arial"/>
                <a:ea typeface="Arial"/>
                <a:cs typeface="Arial"/>
              </a:defRPr>
            </a:lvl2pPr>
            <a:lvl3pPr algn="l">
              <a:defRPr sz="3450" b="1">
                <a:solidFill>
                  <a:srgbClr val="F6F1E8"/>
                </a:solidFill>
                <a:latin typeface="Arial"/>
                <a:ea typeface="Arial"/>
                <a:cs typeface="Arial"/>
              </a:defRPr>
            </a:lvl3pPr>
            <a:lvl4pPr algn="l">
              <a:defRPr sz="3450" b="1">
                <a:solidFill>
                  <a:srgbClr val="F6F1E8"/>
                </a:solidFill>
                <a:latin typeface="Arial"/>
                <a:ea typeface="Arial"/>
                <a:cs typeface="Arial"/>
              </a:defRPr>
            </a:lvl4pPr>
            <a:lvl5pPr algn="l">
              <a:defRPr sz="3450" b="1">
                <a:solidFill>
                  <a:srgbClr val="F6F1E8"/>
                </a:solidFill>
                <a:latin typeface="Arial"/>
                <a:ea typeface="Arial"/>
                <a:cs typeface="Arial"/>
              </a:defRPr>
            </a:lvl5pPr>
            <a:lvl6pPr algn="l">
              <a:defRPr sz="3450" b="1">
                <a:solidFill>
                  <a:srgbClr val="F6F1E8"/>
                </a:solidFill>
                <a:latin typeface="Arial"/>
                <a:ea typeface="Arial"/>
                <a:cs typeface="Arial"/>
              </a:defRPr>
            </a:lvl6pPr>
            <a:lvl7pPr algn="l">
              <a:defRPr sz="3450" b="1">
                <a:solidFill>
                  <a:srgbClr val="F6F1E8"/>
                </a:solidFill>
                <a:latin typeface="Arial"/>
                <a:ea typeface="Arial"/>
                <a:cs typeface="Arial"/>
              </a:defRPr>
            </a:lvl7pPr>
            <a:lvl8pPr algn="l">
              <a:defRPr sz="3450" b="1">
                <a:solidFill>
                  <a:srgbClr val="F6F1E8"/>
                </a:solidFill>
                <a:latin typeface="Arial"/>
                <a:ea typeface="Arial"/>
                <a:cs typeface="Arial"/>
              </a:defRPr>
            </a:lvl8pPr>
            <a:lvl9pPr algn="l">
              <a:defRPr sz="3450" b="1">
                <a:solidFill>
                  <a:srgbClr val="F6F1E8"/>
                </a:solidFill>
                <a:latin typeface="Arial"/>
                <a:ea typeface="Arial"/>
                <a:cs typeface="Arial"/>
              </a:defRPr>
            </a:lvl9pPr>
          </a:lstStyle>
          <a:p xmlns:a="http://schemas.openxmlformats.org/drawingml/2006/main">
            <a:pPr algn="l">
              <a:lnSpc>
                <a:spcPct val="108000"/>
              </a:lnSpc>
              <a:buNone/>
              <a:defRPr sz="3450" b="1">
                <a:solidFill>
                  <a:srgbClr val="F6F1E8"/>
                </a:solidFill>
                <a:latin typeface="Arial"/>
                <a:ea typeface="Arial"/>
                <a:cs typeface="Arial"/>
              </a:defRPr>
            </a:pPr>
            <a:r>
              <a:rPr sz="3450" b="1">
                <a:solidFill>
                  <a:srgbClr val="F6F1E8"/>
                </a:solidFill>
                <a:latin typeface="Arial"/>
                <a:ea typeface="Arial"/>
                <a:cs typeface="Arial"/>
              </a:rPr>
              <a:t>Responde a un cambio externo.</a:t>
            </a:r>
          </a:p>
        </p:txBody>
      </p:sp>
      <p:sp>
        <p:nvSpPr>
          <p:cNvPr id="3" name="caso-hipotetico">
            <a:extLst xmlns:a="http://schemas.openxmlformats.org/drawingml/2006/main">
              <a:ext uri="{FF2B5EF4-FFF2-40B4-BE49-F238E27FC236}">
                <a16:creationId xmlns:a16="http://schemas.microsoft.com/office/drawing/2014/main" id="{A143E260-4D62-4A6A-AD4A-1209C0B082B8}"/>
              </a:ext>
            </a:extLst>
          </p:cNvPr>
          <p:cNvSpPr>
            <a:spLocks xmlns:a="http://schemas.openxmlformats.org/drawingml/2006/main" noGrp="1"/>
          </p:cNvSpPr>
          <p:nvPr/>
        </p:nvSpPr>
        <p:spPr>
          <a:xfrm xmlns:a="http://schemas.openxmlformats.org/drawingml/2006/main">
            <a:off x="6000750" y="2038350"/>
            <a:ext cx="55816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0">
                <a:solidFill>
                  <a:srgbClr val="D4DDEB"/>
                </a:solidFill>
                <a:latin typeface="Arial"/>
                <a:ea typeface="Arial"/>
                <a:cs typeface="Arial"/>
              </a:defRPr>
            </a:defPPr>
            <a:lvl1pPr algn="l">
              <a:defRPr sz="2700" b="0">
                <a:solidFill>
                  <a:srgbClr val="D4DDEB"/>
                </a:solidFill>
                <a:latin typeface="Arial"/>
                <a:ea typeface="Arial"/>
                <a:cs typeface="Arial"/>
              </a:defRPr>
            </a:lvl1pPr>
            <a:lvl2pPr algn="l">
              <a:defRPr sz="2700" b="0">
                <a:solidFill>
                  <a:srgbClr val="D4DDEB"/>
                </a:solidFill>
                <a:latin typeface="Arial"/>
                <a:ea typeface="Arial"/>
                <a:cs typeface="Arial"/>
              </a:defRPr>
            </a:lvl2pPr>
            <a:lvl3pPr algn="l">
              <a:defRPr sz="2700" b="0">
                <a:solidFill>
                  <a:srgbClr val="D4DDEB"/>
                </a:solidFill>
                <a:latin typeface="Arial"/>
                <a:ea typeface="Arial"/>
                <a:cs typeface="Arial"/>
              </a:defRPr>
            </a:lvl3pPr>
            <a:lvl4pPr algn="l">
              <a:defRPr sz="2700" b="0">
                <a:solidFill>
                  <a:srgbClr val="D4DDEB"/>
                </a:solidFill>
                <a:latin typeface="Arial"/>
                <a:ea typeface="Arial"/>
                <a:cs typeface="Arial"/>
              </a:defRPr>
            </a:lvl4pPr>
            <a:lvl5pPr algn="l">
              <a:defRPr sz="2700" b="0">
                <a:solidFill>
                  <a:srgbClr val="D4DDEB"/>
                </a:solidFill>
                <a:latin typeface="Arial"/>
                <a:ea typeface="Arial"/>
                <a:cs typeface="Arial"/>
              </a:defRPr>
            </a:lvl5pPr>
            <a:lvl6pPr algn="l">
              <a:defRPr sz="2700" b="0">
                <a:solidFill>
                  <a:srgbClr val="D4DDEB"/>
                </a:solidFill>
                <a:latin typeface="Arial"/>
                <a:ea typeface="Arial"/>
                <a:cs typeface="Arial"/>
              </a:defRPr>
            </a:lvl6pPr>
            <a:lvl7pPr algn="l">
              <a:defRPr sz="2700" b="0">
                <a:solidFill>
                  <a:srgbClr val="D4DDEB"/>
                </a:solidFill>
                <a:latin typeface="Arial"/>
                <a:ea typeface="Arial"/>
                <a:cs typeface="Arial"/>
              </a:defRPr>
            </a:lvl7pPr>
            <a:lvl8pPr algn="l">
              <a:defRPr sz="2700" b="0">
                <a:solidFill>
                  <a:srgbClr val="D4DDEB"/>
                </a:solidFill>
                <a:latin typeface="Arial"/>
                <a:ea typeface="Arial"/>
                <a:cs typeface="Arial"/>
              </a:defRPr>
            </a:lvl8pPr>
            <a:lvl9pPr algn="l">
              <a:defRPr sz="2700" b="0">
                <a:solidFill>
                  <a:srgbClr val="D4DDEB"/>
                </a:solidFill>
                <a:latin typeface="Arial"/>
                <a:ea typeface="Arial"/>
                <a:cs typeface="Arial"/>
              </a:defRPr>
            </a:lvl9pPr>
          </a:lstStyle>
          <a:p xmlns:a="http://schemas.openxmlformats.org/drawingml/2006/main">
            <a:pPr algn="l">
              <a:lnSpc>
                <a:spcPct val="108000"/>
              </a:lnSpc>
              <a:buNone/>
              <a:defRPr sz="2700" b="0">
                <a:solidFill>
                  <a:srgbClr val="D4DDEB"/>
                </a:solidFill>
                <a:latin typeface="Arial"/>
                <a:ea typeface="Arial"/>
                <a:cs typeface="Arial"/>
              </a:defRPr>
            </a:pPr>
            <a:r>
              <a:rPr sz="2700" b="0">
                <a:solidFill>
                  <a:srgbClr val="D4DDEB"/>
                </a:solidFill>
                <a:latin typeface="Arial"/>
                <a:ea typeface="Arial"/>
                <a:cs typeface="Arial"/>
              </a:rPr>
              <a:t>Caso: el proveedor de pagos retira su API v1.</a:t>
            </a:r>
          </a:p>
        </p:txBody>
      </p:sp>
      <p:sp>
        <p:nvSpPr>
          <p:cNvPr id="4" name="respuesta-al-caso">
            <a:extLst xmlns:a="http://schemas.openxmlformats.org/drawingml/2006/main">
              <a:ext uri="{FF2B5EF4-FFF2-40B4-BE49-F238E27FC236}">
                <a16:creationId xmlns:a16="http://schemas.microsoft.com/office/drawing/2014/main" id="{CCA91A04-6D22-4ACE-8051-2FDBF4AAF7D6}"/>
              </a:ext>
            </a:extLst>
          </p:cNvPr>
          <p:cNvSpPr>
            <a:spLocks xmlns:a="http://schemas.openxmlformats.org/drawingml/2006/main" noGrp="1"/>
          </p:cNvSpPr>
          <p:nvPr/>
        </p:nvSpPr>
        <p:spPr>
          <a:xfrm xmlns:a="http://schemas.openxmlformats.org/drawingml/2006/main">
            <a:off x="6000750" y="4400550"/>
            <a:ext cx="55816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F6F1E8"/>
                </a:solidFill>
                <a:latin typeface="Arial"/>
                <a:ea typeface="Arial"/>
                <a:cs typeface="Arial"/>
              </a:defRPr>
            </a:defPPr>
            <a:lvl1pPr algn="l">
              <a:defRPr sz="2550" b="0">
                <a:solidFill>
                  <a:srgbClr val="F6F1E8"/>
                </a:solidFill>
                <a:latin typeface="Arial"/>
                <a:ea typeface="Arial"/>
                <a:cs typeface="Arial"/>
              </a:defRPr>
            </a:lvl1pPr>
            <a:lvl2pPr algn="l">
              <a:defRPr sz="2550" b="0">
                <a:solidFill>
                  <a:srgbClr val="F6F1E8"/>
                </a:solidFill>
                <a:latin typeface="Arial"/>
                <a:ea typeface="Arial"/>
                <a:cs typeface="Arial"/>
              </a:defRPr>
            </a:lvl2pPr>
            <a:lvl3pPr algn="l">
              <a:defRPr sz="2550" b="0">
                <a:solidFill>
                  <a:srgbClr val="F6F1E8"/>
                </a:solidFill>
                <a:latin typeface="Arial"/>
                <a:ea typeface="Arial"/>
                <a:cs typeface="Arial"/>
              </a:defRPr>
            </a:lvl3pPr>
            <a:lvl4pPr algn="l">
              <a:defRPr sz="2550" b="0">
                <a:solidFill>
                  <a:srgbClr val="F6F1E8"/>
                </a:solidFill>
                <a:latin typeface="Arial"/>
                <a:ea typeface="Arial"/>
                <a:cs typeface="Arial"/>
              </a:defRPr>
            </a:lvl4pPr>
            <a:lvl5pPr algn="l">
              <a:defRPr sz="2550" b="0">
                <a:solidFill>
                  <a:srgbClr val="F6F1E8"/>
                </a:solidFill>
                <a:latin typeface="Arial"/>
                <a:ea typeface="Arial"/>
                <a:cs typeface="Arial"/>
              </a:defRPr>
            </a:lvl5pPr>
            <a:lvl6pPr algn="l">
              <a:defRPr sz="2550" b="0">
                <a:solidFill>
                  <a:srgbClr val="F6F1E8"/>
                </a:solidFill>
                <a:latin typeface="Arial"/>
                <a:ea typeface="Arial"/>
                <a:cs typeface="Arial"/>
              </a:defRPr>
            </a:lvl6pPr>
            <a:lvl7pPr algn="l">
              <a:defRPr sz="2550" b="0">
                <a:solidFill>
                  <a:srgbClr val="F6F1E8"/>
                </a:solidFill>
                <a:latin typeface="Arial"/>
                <a:ea typeface="Arial"/>
                <a:cs typeface="Arial"/>
              </a:defRPr>
            </a:lvl7pPr>
            <a:lvl8pPr algn="l">
              <a:defRPr sz="2550" b="0">
                <a:solidFill>
                  <a:srgbClr val="F6F1E8"/>
                </a:solidFill>
                <a:latin typeface="Arial"/>
                <a:ea typeface="Arial"/>
                <a:cs typeface="Arial"/>
              </a:defRPr>
            </a:lvl8pPr>
            <a:lvl9pPr algn="l">
              <a:defRPr sz="2550" b="0">
                <a:solidFill>
                  <a:srgbClr val="F6F1E8"/>
                </a:solidFill>
                <a:latin typeface="Arial"/>
                <a:ea typeface="Arial"/>
                <a:cs typeface="Arial"/>
              </a:defRPr>
            </a:lvl9pPr>
          </a:lstStyle>
          <a:p xmlns:a="http://schemas.openxmlformats.org/drawingml/2006/main">
            <a:pPr algn="l">
              <a:lnSpc>
                <a:spcPct val="108000"/>
              </a:lnSpc>
              <a:buNone/>
              <a:defRPr sz="2550" b="0">
                <a:solidFill>
                  <a:srgbClr val="F6F1E8"/>
                </a:solidFill>
                <a:latin typeface="Arial"/>
                <a:ea typeface="Arial"/>
                <a:cs typeface="Arial"/>
              </a:defRPr>
            </a:pPr>
            <a:r>
              <a:rPr sz="2550" b="0">
                <a:solidFill>
                  <a:srgbClr val="F6F1E8"/>
                </a:solidFill>
                <a:latin typeface="Arial"/>
                <a:ea typeface="Arial"/>
                <a:cs typeface="Arial"/>
              </a:rPr>
              <a:t>Adaptación: integrar v2 conservando la compra y el tratamiento de errores.</a:t>
            </a:r>
          </a:p>
        </p:txBody>
      </p:sp>
      <p:sp>
        <p:nvSpPr>
          <p:cNvPr id="5" name="numero-pagina">
            <a:extLst xmlns:a="http://schemas.openxmlformats.org/drawingml/2006/main">
              <a:ext uri="{FF2B5EF4-FFF2-40B4-BE49-F238E27FC236}">
                <a16:creationId xmlns:a16="http://schemas.microsoft.com/office/drawing/2014/main" id="{2973F207-183D-486D-B413-FFB9C9A1E0FD}"/>
              </a:ext>
            </a:extLst>
          </p:cNvPr>
          <p:cNvSpPr>
            <a:spLocks xmlns:a="http://schemas.openxmlformats.org/drawingml/2006/main" noGrp="1"/>
          </p:cNvSpPr>
          <p:nvPr/>
        </p:nvSpPr>
        <p:spPr>
          <a:xfrm xmlns:a="http://schemas.openxmlformats.org/drawingml/2006/main">
            <a:off x="10972800" y="6400800"/>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D4DDEB"/>
                </a:solidFill>
                <a:latin typeface="Arial"/>
                <a:ea typeface="Arial"/>
                <a:cs typeface="Arial"/>
              </a:defRPr>
            </a:defPPr>
            <a:lvl1pPr algn="r">
              <a:defRPr sz="1350" b="0">
                <a:solidFill>
                  <a:srgbClr val="D4DDEB"/>
                </a:solidFill>
                <a:latin typeface="Arial"/>
                <a:ea typeface="Arial"/>
                <a:cs typeface="Arial"/>
              </a:defRPr>
            </a:lvl1pPr>
            <a:lvl2pPr algn="r">
              <a:defRPr sz="1350" b="0">
                <a:solidFill>
                  <a:srgbClr val="D4DDEB"/>
                </a:solidFill>
                <a:latin typeface="Arial"/>
                <a:ea typeface="Arial"/>
                <a:cs typeface="Arial"/>
              </a:defRPr>
            </a:lvl2pPr>
            <a:lvl3pPr algn="r">
              <a:defRPr sz="1350" b="0">
                <a:solidFill>
                  <a:srgbClr val="D4DDEB"/>
                </a:solidFill>
                <a:latin typeface="Arial"/>
                <a:ea typeface="Arial"/>
                <a:cs typeface="Arial"/>
              </a:defRPr>
            </a:lvl3pPr>
            <a:lvl4pPr algn="r">
              <a:defRPr sz="1350" b="0">
                <a:solidFill>
                  <a:srgbClr val="D4DDEB"/>
                </a:solidFill>
                <a:latin typeface="Arial"/>
                <a:ea typeface="Arial"/>
                <a:cs typeface="Arial"/>
              </a:defRPr>
            </a:lvl4pPr>
            <a:lvl5pPr algn="r">
              <a:defRPr sz="1350" b="0">
                <a:solidFill>
                  <a:srgbClr val="D4DDEB"/>
                </a:solidFill>
                <a:latin typeface="Arial"/>
                <a:ea typeface="Arial"/>
                <a:cs typeface="Arial"/>
              </a:defRPr>
            </a:lvl5pPr>
            <a:lvl6pPr algn="r">
              <a:defRPr sz="1350" b="0">
                <a:solidFill>
                  <a:srgbClr val="D4DDEB"/>
                </a:solidFill>
                <a:latin typeface="Arial"/>
                <a:ea typeface="Arial"/>
                <a:cs typeface="Arial"/>
              </a:defRPr>
            </a:lvl6pPr>
            <a:lvl7pPr algn="r">
              <a:defRPr sz="1350" b="0">
                <a:solidFill>
                  <a:srgbClr val="D4DDEB"/>
                </a:solidFill>
                <a:latin typeface="Arial"/>
                <a:ea typeface="Arial"/>
                <a:cs typeface="Arial"/>
              </a:defRPr>
            </a:lvl7pPr>
            <a:lvl8pPr algn="r">
              <a:defRPr sz="1350" b="0">
                <a:solidFill>
                  <a:srgbClr val="D4DDEB"/>
                </a:solidFill>
                <a:latin typeface="Arial"/>
                <a:ea typeface="Arial"/>
                <a:cs typeface="Arial"/>
              </a:defRPr>
            </a:lvl8pPr>
            <a:lvl9pPr algn="r">
              <a:defRPr sz="1350" b="0">
                <a:solidFill>
                  <a:srgbClr val="D4DDEB"/>
                </a:solidFill>
                <a:latin typeface="Arial"/>
                <a:ea typeface="Arial"/>
                <a:cs typeface="Arial"/>
              </a:defRPr>
            </a:lvl9pPr>
          </a:lstStyle>
          <a:p xmlns:a="http://schemas.openxmlformats.org/drawingml/2006/main">
            <a:pPr algn="r">
              <a:lnSpc>
                <a:spcPct val="108000"/>
              </a:lnSpc>
              <a:buNone/>
              <a:defRPr sz="1350" b="0">
                <a:solidFill>
                  <a:srgbClr val="D4DDEB"/>
                </a:solidFill>
                <a:latin typeface="Arial"/>
                <a:ea typeface="Arial"/>
                <a:cs typeface="Arial"/>
              </a:defRPr>
            </a:pPr>
            <a:r>
              <a:rPr sz="1350" b="0">
                <a:solidFill>
                  <a:srgbClr val="D4DDEB"/>
                </a:solidFill>
                <a:latin typeface="Arial"/>
                <a:ea typeface="Arial"/>
                <a:cs typeface="Arial"/>
              </a:rPr>
              <a:t>04</a:t>
            </a:r>
          </a:p>
        </p:txBody>
      </p:sp>
    </p:spTree>
    <p:extLst>
      <p:ext uri="{BB962C8B-B14F-4D97-AF65-F5344CB8AC3E}">
        <p14:creationId xmlns:p14="http://schemas.microsoft.com/office/powerpoint/2010/main" val="343904668"/>
      </p:ext>
    </p:extLst>
  </p:cSld>
</p:sld>
</file>

<file path=ppt/slides/slide5.xml><?xml version="1.0" encoding="utf-8"?>
<p:sld xmlns:p="http://schemas.openxmlformats.org/presentationml/2006/main">
  <p:cSld>
    <p:bg>
      <p:bgPr>
        <a:solidFill xmlns:a="http://schemas.openxmlformats.org/drawingml/2006/main">
          <a:srgbClr val="F6F1E8"/>
        </a:solidFill>
      </p:bgPr>
    </p:bg>
    <p:spTree>
      <p:nvGrpSpPr>
        <p:cNvPr id="1" name=""/>
        <p:cNvGrpSpPr/>
        <p:nvPr/>
      </p:nvGrpSpPr>
      <p:grpSpPr>
        <a:xfrm xmlns:a="http://schemas.openxmlformats.org/drawingml/2006/main"/>
      </p:grpSpPr>
      <p:sp>
        <p:nvSpPr>
          <p:cNvPr id="6" name="titulo">
            <a:extLst xmlns:a="http://schemas.openxmlformats.org/drawingml/2006/main">
              <a:ext uri="{FF2B5EF4-FFF2-40B4-BE49-F238E27FC236}">
                <a16:creationId xmlns:a16="http://schemas.microsoft.com/office/drawing/2014/main" id="{EF88ED09-FFCC-40B1-A436-A1E7A0D89882}"/>
              </a:ext>
            </a:extLst>
          </p:cNvPr>
          <p:cNvSpPr>
            <a:spLocks xmlns:a="http://schemas.openxmlformats.org/drawingml/2006/main" noGrp="1"/>
          </p:cNvSpPr>
          <p:nvPr/>
        </p:nvSpPr>
        <p:spPr>
          <a:xfrm xmlns:a="http://schemas.openxmlformats.org/drawingml/2006/main">
            <a:off x="609600" y="571500"/>
            <a:ext cx="109728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050" b="1">
                <a:solidFill>
                  <a:srgbClr val="11233E"/>
                </a:solidFill>
                <a:latin typeface="Arial"/>
                <a:ea typeface="Arial"/>
                <a:cs typeface="Arial"/>
              </a:defRPr>
            </a:defPPr>
            <a:lvl1pPr algn="l">
              <a:defRPr sz="4050" b="1">
                <a:solidFill>
                  <a:srgbClr val="11233E"/>
                </a:solidFill>
                <a:latin typeface="Arial"/>
                <a:ea typeface="Arial"/>
                <a:cs typeface="Arial"/>
              </a:defRPr>
            </a:lvl1pPr>
            <a:lvl2pPr algn="l">
              <a:defRPr sz="4050" b="1">
                <a:solidFill>
                  <a:srgbClr val="11233E"/>
                </a:solidFill>
                <a:latin typeface="Arial"/>
                <a:ea typeface="Arial"/>
                <a:cs typeface="Arial"/>
              </a:defRPr>
            </a:lvl2pPr>
            <a:lvl3pPr algn="l">
              <a:defRPr sz="4050" b="1">
                <a:solidFill>
                  <a:srgbClr val="11233E"/>
                </a:solidFill>
                <a:latin typeface="Arial"/>
                <a:ea typeface="Arial"/>
                <a:cs typeface="Arial"/>
              </a:defRPr>
            </a:lvl3pPr>
            <a:lvl4pPr algn="l">
              <a:defRPr sz="4050" b="1">
                <a:solidFill>
                  <a:srgbClr val="11233E"/>
                </a:solidFill>
                <a:latin typeface="Arial"/>
                <a:ea typeface="Arial"/>
                <a:cs typeface="Arial"/>
              </a:defRPr>
            </a:lvl4pPr>
            <a:lvl5pPr algn="l">
              <a:defRPr sz="4050" b="1">
                <a:solidFill>
                  <a:srgbClr val="11233E"/>
                </a:solidFill>
                <a:latin typeface="Arial"/>
                <a:ea typeface="Arial"/>
                <a:cs typeface="Arial"/>
              </a:defRPr>
            </a:lvl5pPr>
            <a:lvl6pPr algn="l">
              <a:defRPr sz="4050" b="1">
                <a:solidFill>
                  <a:srgbClr val="11233E"/>
                </a:solidFill>
                <a:latin typeface="Arial"/>
                <a:ea typeface="Arial"/>
                <a:cs typeface="Arial"/>
              </a:defRPr>
            </a:lvl6pPr>
            <a:lvl7pPr algn="l">
              <a:defRPr sz="4050" b="1">
                <a:solidFill>
                  <a:srgbClr val="11233E"/>
                </a:solidFill>
                <a:latin typeface="Arial"/>
                <a:ea typeface="Arial"/>
                <a:cs typeface="Arial"/>
              </a:defRPr>
            </a:lvl7pPr>
            <a:lvl8pPr algn="l">
              <a:defRPr sz="4050" b="1">
                <a:solidFill>
                  <a:srgbClr val="11233E"/>
                </a:solidFill>
                <a:latin typeface="Arial"/>
                <a:ea typeface="Arial"/>
                <a:cs typeface="Arial"/>
              </a:defRPr>
            </a:lvl8pPr>
            <a:lvl9pPr algn="l">
              <a:defRPr sz="4050" b="1">
                <a:solidFill>
                  <a:srgbClr val="11233E"/>
                </a:solidFill>
                <a:latin typeface="Arial"/>
                <a:ea typeface="Arial"/>
                <a:cs typeface="Arial"/>
              </a:defRPr>
            </a:lvl9pPr>
          </a:lstStyle>
          <a:p xmlns:a="http://schemas.openxmlformats.org/drawingml/2006/main">
            <a:pPr algn="l">
              <a:lnSpc>
                <a:spcPct val="108000"/>
              </a:lnSpc>
              <a:buNone/>
              <a:defRPr sz="4050" b="1">
                <a:solidFill>
                  <a:srgbClr val="11233E"/>
                </a:solidFill>
                <a:latin typeface="Arial"/>
                <a:ea typeface="Arial"/>
                <a:cs typeface="Arial"/>
              </a:defRPr>
            </a:pPr>
            <a:r>
              <a:rPr sz="4050" b="1">
                <a:solidFill>
                  <a:srgbClr val="11233E"/>
                </a:solidFill>
                <a:latin typeface="Arial"/>
                <a:ea typeface="Arial"/>
                <a:cs typeface="Arial"/>
              </a:rPr>
              <a:t>Cambio perfectivo</a:t>
            </a:r>
          </a:p>
        </p:txBody>
      </p:sp>
      <p:sp>
        <p:nvSpPr>
          <p:cNvPr id="2" name="definicion-del-tipo">
            <a:extLst xmlns:a="http://schemas.openxmlformats.org/drawingml/2006/main">
              <a:ext uri="{FF2B5EF4-FFF2-40B4-BE49-F238E27FC236}">
                <a16:creationId xmlns:a16="http://schemas.microsoft.com/office/drawing/2014/main" id="{1642E4F4-0FC3-4D34-B135-98F840C89C83}"/>
              </a:ext>
            </a:extLst>
          </p:cNvPr>
          <p:cNvSpPr>
            <a:spLocks xmlns:a="http://schemas.openxmlformats.org/drawingml/2006/main" noGrp="1"/>
          </p:cNvSpPr>
          <p:nvPr/>
        </p:nvSpPr>
        <p:spPr>
          <a:xfrm xmlns:a="http://schemas.openxmlformats.org/drawingml/2006/main">
            <a:off x="609600" y="2000250"/>
            <a:ext cx="449580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11233E"/>
                </a:solidFill>
                <a:latin typeface="Arial"/>
                <a:ea typeface="Arial"/>
                <a:cs typeface="Arial"/>
              </a:defRPr>
            </a:defPPr>
            <a:lvl1pPr algn="l">
              <a:defRPr sz="3450" b="1">
                <a:solidFill>
                  <a:srgbClr val="11233E"/>
                </a:solidFill>
                <a:latin typeface="Arial"/>
                <a:ea typeface="Arial"/>
                <a:cs typeface="Arial"/>
              </a:defRPr>
            </a:lvl1pPr>
            <a:lvl2pPr algn="l">
              <a:defRPr sz="3450" b="1">
                <a:solidFill>
                  <a:srgbClr val="11233E"/>
                </a:solidFill>
                <a:latin typeface="Arial"/>
                <a:ea typeface="Arial"/>
                <a:cs typeface="Arial"/>
              </a:defRPr>
            </a:lvl2pPr>
            <a:lvl3pPr algn="l">
              <a:defRPr sz="3450" b="1">
                <a:solidFill>
                  <a:srgbClr val="11233E"/>
                </a:solidFill>
                <a:latin typeface="Arial"/>
                <a:ea typeface="Arial"/>
                <a:cs typeface="Arial"/>
              </a:defRPr>
            </a:lvl3pPr>
            <a:lvl4pPr algn="l">
              <a:defRPr sz="3450" b="1">
                <a:solidFill>
                  <a:srgbClr val="11233E"/>
                </a:solidFill>
                <a:latin typeface="Arial"/>
                <a:ea typeface="Arial"/>
                <a:cs typeface="Arial"/>
              </a:defRPr>
            </a:lvl4pPr>
            <a:lvl5pPr algn="l">
              <a:defRPr sz="3450" b="1">
                <a:solidFill>
                  <a:srgbClr val="11233E"/>
                </a:solidFill>
                <a:latin typeface="Arial"/>
                <a:ea typeface="Arial"/>
                <a:cs typeface="Arial"/>
              </a:defRPr>
            </a:lvl5pPr>
            <a:lvl6pPr algn="l">
              <a:defRPr sz="3450" b="1">
                <a:solidFill>
                  <a:srgbClr val="11233E"/>
                </a:solidFill>
                <a:latin typeface="Arial"/>
                <a:ea typeface="Arial"/>
                <a:cs typeface="Arial"/>
              </a:defRPr>
            </a:lvl6pPr>
            <a:lvl7pPr algn="l">
              <a:defRPr sz="3450" b="1">
                <a:solidFill>
                  <a:srgbClr val="11233E"/>
                </a:solidFill>
                <a:latin typeface="Arial"/>
                <a:ea typeface="Arial"/>
                <a:cs typeface="Arial"/>
              </a:defRPr>
            </a:lvl7pPr>
            <a:lvl8pPr algn="l">
              <a:defRPr sz="3450" b="1">
                <a:solidFill>
                  <a:srgbClr val="11233E"/>
                </a:solidFill>
                <a:latin typeface="Arial"/>
                <a:ea typeface="Arial"/>
                <a:cs typeface="Arial"/>
              </a:defRPr>
            </a:lvl8pPr>
            <a:lvl9pPr algn="l">
              <a:defRPr sz="3450" b="1">
                <a:solidFill>
                  <a:srgbClr val="11233E"/>
                </a:solidFill>
                <a:latin typeface="Arial"/>
                <a:ea typeface="Arial"/>
                <a:cs typeface="Arial"/>
              </a:defRPr>
            </a:lvl9pPr>
          </a:lstStyle>
          <a:p xmlns:a="http://schemas.openxmlformats.org/drawingml/2006/main">
            <a:pPr algn="l">
              <a:lnSpc>
                <a:spcPct val="108000"/>
              </a:lnSpc>
              <a:buNone/>
              <a:defRPr sz="3450" b="1">
                <a:solidFill>
                  <a:srgbClr val="11233E"/>
                </a:solidFill>
                <a:latin typeface="Arial"/>
                <a:ea typeface="Arial"/>
                <a:cs typeface="Arial"/>
              </a:defRPr>
            </a:pPr>
            <a:r>
              <a:rPr sz="3450" b="1">
                <a:solidFill>
                  <a:srgbClr val="11233E"/>
                </a:solidFill>
                <a:latin typeface="Arial"/>
                <a:ea typeface="Arial"/>
                <a:cs typeface="Arial"/>
              </a:rPr>
              <a:t>Mejora una capacidad o la experiencia del usuario.</a:t>
            </a:r>
          </a:p>
        </p:txBody>
      </p:sp>
      <p:sp>
        <p:nvSpPr>
          <p:cNvPr id="3" name="caso-hipotetico">
            <a:extLst xmlns:a="http://schemas.openxmlformats.org/drawingml/2006/main">
              <a:ext uri="{FF2B5EF4-FFF2-40B4-BE49-F238E27FC236}">
                <a16:creationId xmlns:a16="http://schemas.microsoft.com/office/drawing/2014/main" id="{A94348A0-94EC-4A5F-9717-0834D0FDC6DD}"/>
              </a:ext>
            </a:extLst>
          </p:cNvPr>
          <p:cNvSpPr>
            <a:spLocks xmlns:a="http://schemas.openxmlformats.org/drawingml/2006/main" noGrp="1"/>
          </p:cNvSpPr>
          <p:nvPr/>
        </p:nvSpPr>
        <p:spPr>
          <a:xfrm xmlns:a="http://schemas.openxmlformats.org/drawingml/2006/main">
            <a:off x="6000750" y="2038350"/>
            <a:ext cx="55816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0">
                <a:solidFill>
                  <a:srgbClr val="A75C32"/>
                </a:solidFill>
                <a:latin typeface="Arial"/>
                <a:ea typeface="Arial"/>
                <a:cs typeface="Arial"/>
              </a:defRPr>
            </a:defPPr>
            <a:lvl1pPr algn="l">
              <a:defRPr sz="2700" b="0">
                <a:solidFill>
                  <a:srgbClr val="A75C32"/>
                </a:solidFill>
                <a:latin typeface="Arial"/>
                <a:ea typeface="Arial"/>
                <a:cs typeface="Arial"/>
              </a:defRPr>
            </a:lvl1pPr>
            <a:lvl2pPr algn="l">
              <a:defRPr sz="2700" b="0">
                <a:solidFill>
                  <a:srgbClr val="A75C32"/>
                </a:solidFill>
                <a:latin typeface="Arial"/>
                <a:ea typeface="Arial"/>
                <a:cs typeface="Arial"/>
              </a:defRPr>
            </a:lvl2pPr>
            <a:lvl3pPr algn="l">
              <a:defRPr sz="2700" b="0">
                <a:solidFill>
                  <a:srgbClr val="A75C32"/>
                </a:solidFill>
                <a:latin typeface="Arial"/>
                <a:ea typeface="Arial"/>
                <a:cs typeface="Arial"/>
              </a:defRPr>
            </a:lvl3pPr>
            <a:lvl4pPr algn="l">
              <a:defRPr sz="2700" b="0">
                <a:solidFill>
                  <a:srgbClr val="A75C32"/>
                </a:solidFill>
                <a:latin typeface="Arial"/>
                <a:ea typeface="Arial"/>
                <a:cs typeface="Arial"/>
              </a:defRPr>
            </a:lvl4pPr>
            <a:lvl5pPr algn="l">
              <a:defRPr sz="2700" b="0">
                <a:solidFill>
                  <a:srgbClr val="A75C32"/>
                </a:solidFill>
                <a:latin typeface="Arial"/>
                <a:ea typeface="Arial"/>
                <a:cs typeface="Arial"/>
              </a:defRPr>
            </a:lvl5pPr>
            <a:lvl6pPr algn="l">
              <a:defRPr sz="2700" b="0">
                <a:solidFill>
                  <a:srgbClr val="A75C32"/>
                </a:solidFill>
                <a:latin typeface="Arial"/>
                <a:ea typeface="Arial"/>
                <a:cs typeface="Arial"/>
              </a:defRPr>
            </a:lvl6pPr>
            <a:lvl7pPr algn="l">
              <a:defRPr sz="2700" b="0">
                <a:solidFill>
                  <a:srgbClr val="A75C32"/>
                </a:solidFill>
                <a:latin typeface="Arial"/>
                <a:ea typeface="Arial"/>
                <a:cs typeface="Arial"/>
              </a:defRPr>
            </a:lvl7pPr>
            <a:lvl8pPr algn="l">
              <a:defRPr sz="2700" b="0">
                <a:solidFill>
                  <a:srgbClr val="A75C32"/>
                </a:solidFill>
                <a:latin typeface="Arial"/>
                <a:ea typeface="Arial"/>
                <a:cs typeface="Arial"/>
              </a:defRPr>
            </a:lvl8pPr>
            <a:lvl9pPr algn="l">
              <a:defRPr sz="2700" b="0">
                <a:solidFill>
                  <a:srgbClr val="A75C32"/>
                </a:solidFill>
                <a:latin typeface="Arial"/>
                <a:ea typeface="Arial"/>
                <a:cs typeface="Arial"/>
              </a:defRPr>
            </a:lvl9pPr>
          </a:lstStyle>
          <a:p xmlns:a="http://schemas.openxmlformats.org/drawingml/2006/main">
            <a:pPr algn="l">
              <a:lnSpc>
                <a:spcPct val="108000"/>
              </a:lnSpc>
              <a:buNone/>
              <a:defRPr sz="2700" b="0">
                <a:solidFill>
                  <a:srgbClr val="A75C32"/>
                </a:solidFill>
                <a:latin typeface="Arial"/>
                <a:ea typeface="Arial"/>
                <a:cs typeface="Arial"/>
              </a:defRPr>
            </a:pPr>
            <a:r>
              <a:rPr sz="2700" b="0">
                <a:solidFill>
                  <a:srgbClr val="A75C32"/>
                </a:solidFill>
                <a:latin typeface="Arial"/>
                <a:ea typeface="Arial"/>
                <a:cs typeface="Arial"/>
              </a:rPr>
              <a:t>Caso: permitir que una compradora transfiera su entrada.</a:t>
            </a:r>
          </a:p>
        </p:txBody>
      </p:sp>
      <p:sp>
        <p:nvSpPr>
          <p:cNvPr id="4" name="respuesta-al-caso">
            <a:extLst xmlns:a="http://schemas.openxmlformats.org/drawingml/2006/main">
              <a:ext uri="{FF2B5EF4-FFF2-40B4-BE49-F238E27FC236}">
                <a16:creationId xmlns:a16="http://schemas.microsoft.com/office/drawing/2014/main" id="{43BCE5E2-ED41-44D7-B4FB-D08ABEE9DBB2}"/>
              </a:ext>
            </a:extLst>
          </p:cNvPr>
          <p:cNvSpPr>
            <a:spLocks xmlns:a="http://schemas.openxmlformats.org/drawingml/2006/main" noGrp="1"/>
          </p:cNvSpPr>
          <p:nvPr/>
        </p:nvSpPr>
        <p:spPr>
          <a:xfrm xmlns:a="http://schemas.openxmlformats.org/drawingml/2006/main">
            <a:off x="6000750" y="4400550"/>
            <a:ext cx="55816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11233E"/>
                </a:solidFill>
                <a:latin typeface="Arial"/>
                <a:ea typeface="Arial"/>
                <a:cs typeface="Arial"/>
              </a:defRPr>
            </a:defPPr>
            <a:lvl1pPr algn="l">
              <a:defRPr sz="2550" b="0">
                <a:solidFill>
                  <a:srgbClr val="11233E"/>
                </a:solidFill>
                <a:latin typeface="Arial"/>
                <a:ea typeface="Arial"/>
                <a:cs typeface="Arial"/>
              </a:defRPr>
            </a:lvl1pPr>
            <a:lvl2pPr algn="l">
              <a:defRPr sz="2550" b="0">
                <a:solidFill>
                  <a:srgbClr val="11233E"/>
                </a:solidFill>
                <a:latin typeface="Arial"/>
                <a:ea typeface="Arial"/>
                <a:cs typeface="Arial"/>
              </a:defRPr>
            </a:lvl2pPr>
            <a:lvl3pPr algn="l">
              <a:defRPr sz="2550" b="0">
                <a:solidFill>
                  <a:srgbClr val="11233E"/>
                </a:solidFill>
                <a:latin typeface="Arial"/>
                <a:ea typeface="Arial"/>
                <a:cs typeface="Arial"/>
              </a:defRPr>
            </a:lvl3pPr>
            <a:lvl4pPr algn="l">
              <a:defRPr sz="2550" b="0">
                <a:solidFill>
                  <a:srgbClr val="11233E"/>
                </a:solidFill>
                <a:latin typeface="Arial"/>
                <a:ea typeface="Arial"/>
                <a:cs typeface="Arial"/>
              </a:defRPr>
            </a:lvl4pPr>
            <a:lvl5pPr algn="l">
              <a:defRPr sz="2550" b="0">
                <a:solidFill>
                  <a:srgbClr val="11233E"/>
                </a:solidFill>
                <a:latin typeface="Arial"/>
                <a:ea typeface="Arial"/>
                <a:cs typeface="Arial"/>
              </a:defRPr>
            </a:lvl5pPr>
            <a:lvl6pPr algn="l">
              <a:defRPr sz="2550" b="0">
                <a:solidFill>
                  <a:srgbClr val="11233E"/>
                </a:solidFill>
                <a:latin typeface="Arial"/>
                <a:ea typeface="Arial"/>
                <a:cs typeface="Arial"/>
              </a:defRPr>
            </a:lvl6pPr>
            <a:lvl7pPr algn="l">
              <a:defRPr sz="2550" b="0">
                <a:solidFill>
                  <a:srgbClr val="11233E"/>
                </a:solidFill>
                <a:latin typeface="Arial"/>
                <a:ea typeface="Arial"/>
                <a:cs typeface="Arial"/>
              </a:defRPr>
            </a:lvl7pPr>
            <a:lvl8pPr algn="l">
              <a:defRPr sz="2550" b="0">
                <a:solidFill>
                  <a:srgbClr val="11233E"/>
                </a:solidFill>
                <a:latin typeface="Arial"/>
                <a:ea typeface="Arial"/>
                <a:cs typeface="Arial"/>
              </a:defRPr>
            </a:lvl8pPr>
            <a:lvl9pPr algn="l">
              <a:defRPr sz="2550" b="0">
                <a:solidFill>
                  <a:srgbClr val="11233E"/>
                </a:solidFill>
                <a:latin typeface="Arial"/>
                <a:ea typeface="Arial"/>
                <a:cs typeface="Arial"/>
              </a:defRPr>
            </a:lvl9pPr>
          </a:lstStyle>
          <a:p xmlns:a="http://schemas.openxmlformats.org/drawingml/2006/main">
            <a:pPr algn="l">
              <a:lnSpc>
                <a:spcPct val="108000"/>
              </a:lnSpc>
              <a:buNone/>
              <a:defRPr sz="2550" b="0">
                <a:solidFill>
                  <a:srgbClr val="11233E"/>
                </a:solidFill>
                <a:latin typeface="Arial"/>
                <a:ea typeface="Arial"/>
                <a:cs typeface="Arial"/>
              </a:defRPr>
            </a:pPr>
            <a:r>
              <a:rPr sz="2550" b="0">
                <a:solidFill>
                  <a:srgbClr val="11233E"/>
                </a:solidFill>
                <a:latin typeface="Arial"/>
                <a:ea typeface="Arial"/>
                <a:cs typeface="Arial"/>
              </a:rPr>
              <a:t>Resultado esperado: el nuevo titular puede ingresar y el QR anterior deja de ser válido.</a:t>
            </a:r>
          </a:p>
        </p:txBody>
      </p:sp>
      <p:sp>
        <p:nvSpPr>
          <p:cNvPr id="5" name="numero-pagina">
            <a:extLst xmlns:a="http://schemas.openxmlformats.org/drawingml/2006/main">
              <a:ext uri="{FF2B5EF4-FFF2-40B4-BE49-F238E27FC236}">
                <a16:creationId xmlns:a16="http://schemas.microsoft.com/office/drawing/2014/main" id="{54C47742-856D-426B-A3E1-804D5C72D845}"/>
              </a:ext>
            </a:extLst>
          </p:cNvPr>
          <p:cNvSpPr>
            <a:spLocks xmlns:a="http://schemas.openxmlformats.org/drawingml/2006/main" noGrp="1"/>
          </p:cNvSpPr>
          <p:nvPr/>
        </p:nvSpPr>
        <p:spPr>
          <a:xfrm xmlns:a="http://schemas.openxmlformats.org/drawingml/2006/main">
            <a:off x="10972800" y="6400800"/>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11233E"/>
                </a:solidFill>
                <a:latin typeface="Arial"/>
                <a:ea typeface="Arial"/>
                <a:cs typeface="Arial"/>
              </a:defRPr>
            </a:defPPr>
            <a:lvl1pPr algn="r">
              <a:defRPr sz="1350" b="0">
                <a:solidFill>
                  <a:srgbClr val="11233E"/>
                </a:solidFill>
                <a:latin typeface="Arial"/>
                <a:ea typeface="Arial"/>
                <a:cs typeface="Arial"/>
              </a:defRPr>
            </a:lvl1pPr>
            <a:lvl2pPr algn="r">
              <a:defRPr sz="1350" b="0">
                <a:solidFill>
                  <a:srgbClr val="11233E"/>
                </a:solidFill>
                <a:latin typeface="Arial"/>
                <a:ea typeface="Arial"/>
                <a:cs typeface="Arial"/>
              </a:defRPr>
            </a:lvl2pPr>
            <a:lvl3pPr algn="r">
              <a:defRPr sz="1350" b="0">
                <a:solidFill>
                  <a:srgbClr val="11233E"/>
                </a:solidFill>
                <a:latin typeface="Arial"/>
                <a:ea typeface="Arial"/>
                <a:cs typeface="Arial"/>
              </a:defRPr>
            </a:lvl3pPr>
            <a:lvl4pPr algn="r">
              <a:defRPr sz="1350" b="0">
                <a:solidFill>
                  <a:srgbClr val="11233E"/>
                </a:solidFill>
                <a:latin typeface="Arial"/>
                <a:ea typeface="Arial"/>
                <a:cs typeface="Arial"/>
              </a:defRPr>
            </a:lvl4pPr>
            <a:lvl5pPr algn="r">
              <a:defRPr sz="1350" b="0">
                <a:solidFill>
                  <a:srgbClr val="11233E"/>
                </a:solidFill>
                <a:latin typeface="Arial"/>
                <a:ea typeface="Arial"/>
                <a:cs typeface="Arial"/>
              </a:defRPr>
            </a:lvl5pPr>
            <a:lvl6pPr algn="r">
              <a:defRPr sz="1350" b="0">
                <a:solidFill>
                  <a:srgbClr val="11233E"/>
                </a:solidFill>
                <a:latin typeface="Arial"/>
                <a:ea typeface="Arial"/>
                <a:cs typeface="Arial"/>
              </a:defRPr>
            </a:lvl6pPr>
            <a:lvl7pPr algn="r">
              <a:defRPr sz="1350" b="0">
                <a:solidFill>
                  <a:srgbClr val="11233E"/>
                </a:solidFill>
                <a:latin typeface="Arial"/>
                <a:ea typeface="Arial"/>
                <a:cs typeface="Arial"/>
              </a:defRPr>
            </a:lvl7pPr>
            <a:lvl8pPr algn="r">
              <a:defRPr sz="1350" b="0">
                <a:solidFill>
                  <a:srgbClr val="11233E"/>
                </a:solidFill>
                <a:latin typeface="Arial"/>
                <a:ea typeface="Arial"/>
                <a:cs typeface="Arial"/>
              </a:defRPr>
            </a:lvl8pPr>
            <a:lvl9pPr algn="r">
              <a:defRPr sz="1350" b="0">
                <a:solidFill>
                  <a:srgbClr val="11233E"/>
                </a:solidFill>
                <a:latin typeface="Arial"/>
                <a:ea typeface="Arial"/>
                <a:cs typeface="Arial"/>
              </a:defRPr>
            </a:lvl9pPr>
          </a:lstStyle>
          <a:p xmlns:a="http://schemas.openxmlformats.org/drawingml/2006/main">
            <a:pPr algn="r">
              <a:lnSpc>
                <a:spcPct val="108000"/>
              </a:lnSpc>
              <a:buNone/>
              <a:defRPr sz="1350" b="0">
                <a:solidFill>
                  <a:srgbClr val="11233E"/>
                </a:solidFill>
                <a:latin typeface="Arial"/>
                <a:ea typeface="Arial"/>
                <a:cs typeface="Arial"/>
              </a:defRPr>
            </a:pPr>
            <a:r>
              <a:rPr sz="1350" b="0">
                <a:solidFill>
                  <a:srgbClr val="11233E"/>
                </a:solidFill>
                <a:latin typeface="Arial"/>
                <a:ea typeface="Arial"/>
                <a:cs typeface="Arial"/>
              </a:rPr>
              <a:t>05</a:t>
            </a:r>
          </a:p>
        </p:txBody>
      </p:sp>
    </p:spTree>
    <p:extLst>
      <p:ext uri="{BB962C8B-B14F-4D97-AF65-F5344CB8AC3E}">
        <p14:creationId xmlns:p14="http://schemas.microsoft.com/office/powerpoint/2010/main" val="688135459"/>
      </p:ext>
    </p:extLst>
  </p:cSld>
</p:sld>
</file>

<file path=ppt/slides/slide6.xml><?xml version="1.0" encoding="utf-8"?>
<p:sld xmlns:p="http://schemas.openxmlformats.org/presentationml/2006/main">
  <p:cSld>
    <p:bg>
      <p:bgPr>
        <a:solidFill xmlns:a="http://schemas.openxmlformats.org/drawingml/2006/main">
          <a:srgbClr val="11233E"/>
        </a:solidFill>
      </p:bgPr>
    </p:bg>
    <p:spTree>
      <p:nvGrpSpPr>
        <p:cNvPr id="1" name=""/>
        <p:cNvGrpSpPr/>
        <p:nvPr/>
      </p:nvGrpSpPr>
      <p:grpSpPr>
        <a:xfrm xmlns:a="http://schemas.openxmlformats.org/drawingml/2006/main"/>
      </p:grpSpPr>
      <p:sp>
        <p:nvSpPr>
          <p:cNvPr id="6" name="titulo">
            <a:extLst xmlns:a="http://schemas.openxmlformats.org/drawingml/2006/main">
              <a:ext uri="{FF2B5EF4-FFF2-40B4-BE49-F238E27FC236}">
                <a16:creationId xmlns:a16="http://schemas.microsoft.com/office/drawing/2014/main" id="{EB482308-775C-47AE-BA9D-A3E9BB00E631}"/>
              </a:ext>
            </a:extLst>
          </p:cNvPr>
          <p:cNvSpPr>
            <a:spLocks xmlns:a="http://schemas.openxmlformats.org/drawingml/2006/main" noGrp="1"/>
          </p:cNvSpPr>
          <p:nvPr/>
        </p:nvSpPr>
        <p:spPr>
          <a:xfrm xmlns:a="http://schemas.openxmlformats.org/drawingml/2006/main">
            <a:off x="609600" y="571500"/>
            <a:ext cx="109728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050" b="1">
                <a:solidFill>
                  <a:srgbClr val="F6F1E8"/>
                </a:solidFill>
                <a:latin typeface="Arial"/>
                <a:ea typeface="Arial"/>
                <a:cs typeface="Arial"/>
              </a:defRPr>
            </a:defPPr>
            <a:lvl1pPr algn="l">
              <a:defRPr sz="4050" b="1">
                <a:solidFill>
                  <a:srgbClr val="F6F1E8"/>
                </a:solidFill>
                <a:latin typeface="Arial"/>
                <a:ea typeface="Arial"/>
                <a:cs typeface="Arial"/>
              </a:defRPr>
            </a:lvl1pPr>
            <a:lvl2pPr algn="l">
              <a:defRPr sz="4050" b="1">
                <a:solidFill>
                  <a:srgbClr val="F6F1E8"/>
                </a:solidFill>
                <a:latin typeface="Arial"/>
                <a:ea typeface="Arial"/>
                <a:cs typeface="Arial"/>
              </a:defRPr>
            </a:lvl2pPr>
            <a:lvl3pPr algn="l">
              <a:defRPr sz="4050" b="1">
                <a:solidFill>
                  <a:srgbClr val="F6F1E8"/>
                </a:solidFill>
                <a:latin typeface="Arial"/>
                <a:ea typeface="Arial"/>
                <a:cs typeface="Arial"/>
              </a:defRPr>
            </a:lvl3pPr>
            <a:lvl4pPr algn="l">
              <a:defRPr sz="4050" b="1">
                <a:solidFill>
                  <a:srgbClr val="F6F1E8"/>
                </a:solidFill>
                <a:latin typeface="Arial"/>
                <a:ea typeface="Arial"/>
                <a:cs typeface="Arial"/>
              </a:defRPr>
            </a:lvl4pPr>
            <a:lvl5pPr algn="l">
              <a:defRPr sz="4050" b="1">
                <a:solidFill>
                  <a:srgbClr val="F6F1E8"/>
                </a:solidFill>
                <a:latin typeface="Arial"/>
                <a:ea typeface="Arial"/>
                <a:cs typeface="Arial"/>
              </a:defRPr>
            </a:lvl5pPr>
            <a:lvl6pPr algn="l">
              <a:defRPr sz="4050" b="1">
                <a:solidFill>
                  <a:srgbClr val="F6F1E8"/>
                </a:solidFill>
                <a:latin typeface="Arial"/>
                <a:ea typeface="Arial"/>
                <a:cs typeface="Arial"/>
              </a:defRPr>
            </a:lvl6pPr>
            <a:lvl7pPr algn="l">
              <a:defRPr sz="4050" b="1">
                <a:solidFill>
                  <a:srgbClr val="F6F1E8"/>
                </a:solidFill>
                <a:latin typeface="Arial"/>
                <a:ea typeface="Arial"/>
                <a:cs typeface="Arial"/>
              </a:defRPr>
            </a:lvl7pPr>
            <a:lvl8pPr algn="l">
              <a:defRPr sz="4050" b="1">
                <a:solidFill>
                  <a:srgbClr val="F6F1E8"/>
                </a:solidFill>
                <a:latin typeface="Arial"/>
                <a:ea typeface="Arial"/>
                <a:cs typeface="Arial"/>
              </a:defRPr>
            </a:lvl8pPr>
            <a:lvl9pPr algn="l">
              <a:defRPr sz="4050" b="1">
                <a:solidFill>
                  <a:srgbClr val="F6F1E8"/>
                </a:solidFill>
                <a:latin typeface="Arial"/>
                <a:ea typeface="Arial"/>
                <a:cs typeface="Arial"/>
              </a:defRPr>
            </a:lvl9pPr>
          </a:lstStyle>
          <a:p xmlns:a="http://schemas.openxmlformats.org/drawingml/2006/main">
            <a:pPr algn="l">
              <a:lnSpc>
                <a:spcPct val="108000"/>
              </a:lnSpc>
              <a:buNone/>
              <a:defRPr sz="4050" b="1">
                <a:solidFill>
                  <a:srgbClr val="F6F1E8"/>
                </a:solidFill>
                <a:latin typeface="Arial"/>
                <a:ea typeface="Arial"/>
                <a:cs typeface="Arial"/>
              </a:defRPr>
            </a:pPr>
            <a:r>
              <a:rPr sz="4050" b="1">
                <a:solidFill>
                  <a:srgbClr val="F6F1E8"/>
                </a:solidFill>
                <a:latin typeface="Arial"/>
                <a:ea typeface="Arial"/>
                <a:cs typeface="Arial"/>
              </a:rPr>
              <a:t>Cambio preventivo</a:t>
            </a:r>
          </a:p>
        </p:txBody>
      </p:sp>
      <p:sp>
        <p:nvSpPr>
          <p:cNvPr id="2" name="definicion-del-tipo">
            <a:extLst xmlns:a="http://schemas.openxmlformats.org/drawingml/2006/main">
              <a:ext uri="{FF2B5EF4-FFF2-40B4-BE49-F238E27FC236}">
                <a16:creationId xmlns:a16="http://schemas.microsoft.com/office/drawing/2014/main" id="{8B9CFF92-DEE7-4B48-865C-CAF1FA8AE016}"/>
              </a:ext>
            </a:extLst>
          </p:cNvPr>
          <p:cNvSpPr>
            <a:spLocks xmlns:a="http://schemas.openxmlformats.org/drawingml/2006/main" noGrp="1"/>
          </p:cNvSpPr>
          <p:nvPr/>
        </p:nvSpPr>
        <p:spPr>
          <a:xfrm xmlns:a="http://schemas.openxmlformats.org/drawingml/2006/main">
            <a:off x="609600" y="2000250"/>
            <a:ext cx="449580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F6F1E8"/>
                </a:solidFill>
                <a:latin typeface="Arial"/>
                <a:ea typeface="Arial"/>
                <a:cs typeface="Arial"/>
              </a:defRPr>
            </a:defPPr>
            <a:lvl1pPr algn="l">
              <a:defRPr sz="3450" b="1">
                <a:solidFill>
                  <a:srgbClr val="F6F1E8"/>
                </a:solidFill>
                <a:latin typeface="Arial"/>
                <a:ea typeface="Arial"/>
                <a:cs typeface="Arial"/>
              </a:defRPr>
            </a:lvl1pPr>
            <a:lvl2pPr algn="l">
              <a:defRPr sz="3450" b="1">
                <a:solidFill>
                  <a:srgbClr val="F6F1E8"/>
                </a:solidFill>
                <a:latin typeface="Arial"/>
                <a:ea typeface="Arial"/>
                <a:cs typeface="Arial"/>
              </a:defRPr>
            </a:lvl2pPr>
            <a:lvl3pPr algn="l">
              <a:defRPr sz="3450" b="1">
                <a:solidFill>
                  <a:srgbClr val="F6F1E8"/>
                </a:solidFill>
                <a:latin typeface="Arial"/>
                <a:ea typeface="Arial"/>
                <a:cs typeface="Arial"/>
              </a:defRPr>
            </a:lvl3pPr>
            <a:lvl4pPr algn="l">
              <a:defRPr sz="3450" b="1">
                <a:solidFill>
                  <a:srgbClr val="F6F1E8"/>
                </a:solidFill>
                <a:latin typeface="Arial"/>
                <a:ea typeface="Arial"/>
                <a:cs typeface="Arial"/>
              </a:defRPr>
            </a:lvl4pPr>
            <a:lvl5pPr algn="l">
              <a:defRPr sz="3450" b="1">
                <a:solidFill>
                  <a:srgbClr val="F6F1E8"/>
                </a:solidFill>
                <a:latin typeface="Arial"/>
                <a:ea typeface="Arial"/>
                <a:cs typeface="Arial"/>
              </a:defRPr>
            </a:lvl5pPr>
            <a:lvl6pPr algn="l">
              <a:defRPr sz="3450" b="1">
                <a:solidFill>
                  <a:srgbClr val="F6F1E8"/>
                </a:solidFill>
                <a:latin typeface="Arial"/>
                <a:ea typeface="Arial"/>
                <a:cs typeface="Arial"/>
              </a:defRPr>
            </a:lvl6pPr>
            <a:lvl7pPr algn="l">
              <a:defRPr sz="3450" b="1">
                <a:solidFill>
                  <a:srgbClr val="F6F1E8"/>
                </a:solidFill>
                <a:latin typeface="Arial"/>
                <a:ea typeface="Arial"/>
                <a:cs typeface="Arial"/>
              </a:defRPr>
            </a:lvl7pPr>
            <a:lvl8pPr algn="l">
              <a:defRPr sz="3450" b="1">
                <a:solidFill>
                  <a:srgbClr val="F6F1E8"/>
                </a:solidFill>
                <a:latin typeface="Arial"/>
                <a:ea typeface="Arial"/>
                <a:cs typeface="Arial"/>
              </a:defRPr>
            </a:lvl8pPr>
            <a:lvl9pPr algn="l">
              <a:defRPr sz="3450" b="1">
                <a:solidFill>
                  <a:srgbClr val="F6F1E8"/>
                </a:solidFill>
                <a:latin typeface="Arial"/>
                <a:ea typeface="Arial"/>
                <a:cs typeface="Arial"/>
              </a:defRPr>
            </a:lvl9pPr>
          </a:lstStyle>
          <a:p xmlns:a="http://schemas.openxmlformats.org/drawingml/2006/main">
            <a:pPr algn="l">
              <a:lnSpc>
                <a:spcPct val="108000"/>
              </a:lnSpc>
              <a:buNone/>
              <a:defRPr sz="3450" b="1">
                <a:solidFill>
                  <a:srgbClr val="F6F1E8"/>
                </a:solidFill>
                <a:latin typeface="Arial"/>
                <a:ea typeface="Arial"/>
                <a:cs typeface="Arial"/>
              </a:defRPr>
            </a:pPr>
            <a:r>
              <a:rPr sz="3450" b="1">
                <a:solidFill>
                  <a:srgbClr val="F6F1E8"/>
                </a:solidFill>
                <a:latin typeface="Arial"/>
                <a:ea typeface="Arial"/>
                <a:cs typeface="Arial"/>
              </a:rPr>
              <a:t>Reduce riesgos futuros y facilita el mantenimiento.</a:t>
            </a:r>
          </a:p>
        </p:txBody>
      </p:sp>
      <p:sp>
        <p:nvSpPr>
          <p:cNvPr id="3" name="caso-hipotetico">
            <a:extLst xmlns:a="http://schemas.openxmlformats.org/drawingml/2006/main">
              <a:ext uri="{FF2B5EF4-FFF2-40B4-BE49-F238E27FC236}">
                <a16:creationId xmlns:a16="http://schemas.microsoft.com/office/drawing/2014/main" id="{420EFF51-7EAA-4B84-838A-F58F0ED90CE1}"/>
              </a:ext>
            </a:extLst>
          </p:cNvPr>
          <p:cNvSpPr>
            <a:spLocks xmlns:a="http://schemas.openxmlformats.org/drawingml/2006/main" noGrp="1"/>
          </p:cNvSpPr>
          <p:nvPr/>
        </p:nvSpPr>
        <p:spPr>
          <a:xfrm xmlns:a="http://schemas.openxmlformats.org/drawingml/2006/main">
            <a:off x="6000750" y="2038350"/>
            <a:ext cx="55816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0">
                <a:solidFill>
                  <a:srgbClr val="D4DDEB"/>
                </a:solidFill>
                <a:latin typeface="Arial"/>
                <a:ea typeface="Arial"/>
                <a:cs typeface="Arial"/>
              </a:defRPr>
            </a:defPPr>
            <a:lvl1pPr algn="l">
              <a:defRPr sz="2700" b="0">
                <a:solidFill>
                  <a:srgbClr val="D4DDEB"/>
                </a:solidFill>
                <a:latin typeface="Arial"/>
                <a:ea typeface="Arial"/>
                <a:cs typeface="Arial"/>
              </a:defRPr>
            </a:lvl1pPr>
            <a:lvl2pPr algn="l">
              <a:defRPr sz="2700" b="0">
                <a:solidFill>
                  <a:srgbClr val="D4DDEB"/>
                </a:solidFill>
                <a:latin typeface="Arial"/>
                <a:ea typeface="Arial"/>
                <a:cs typeface="Arial"/>
              </a:defRPr>
            </a:lvl2pPr>
            <a:lvl3pPr algn="l">
              <a:defRPr sz="2700" b="0">
                <a:solidFill>
                  <a:srgbClr val="D4DDEB"/>
                </a:solidFill>
                <a:latin typeface="Arial"/>
                <a:ea typeface="Arial"/>
                <a:cs typeface="Arial"/>
              </a:defRPr>
            </a:lvl3pPr>
            <a:lvl4pPr algn="l">
              <a:defRPr sz="2700" b="0">
                <a:solidFill>
                  <a:srgbClr val="D4DDEB"/>
                </a:solidFill>
                <a:latin typeface="Arial"/>
                <a:ea typeface="Arial"/>
                <a:cs typeface="Arial"/>
              </a:defRPr>
            </a:lvl4pPr>
            <a:lvl5pPr algn="l">
              <a:defRPr sz="2700" b="0">
                <a:solidFill>
                  <a:srgbClr val="D4DDEB"/>
                </a:solidFill>
                <a:latin typeface="Arial"/>
                <a:ea typeface="Arial"/>
                <a:cs typeface="Arial"/>
              </a:defRPr>
            </a:lvl5pPr>
            <a:lvl6pPr algn="l">
              <a:defRPr sz="2700" b="0">
                <a:solidFill>
                  <a:srgbClr val="D4DDEB"/>
                </a:solidFill>
                <a:latin typeface="Arial"/>
                <a:ea typeface="Arial"/>
                <a:cs typeface="Arial"/>
              </a:defRPr>
            </a:lvl6pPr>
            <a:lvl7pPr algn="l">
              <a:defRPr sz="2700" b="0">
                <a:solidFill>
                  <a:srgbClr val="D4DDEB"/>
                </a:solidFill>
                <a:latin typeface="Arial"/>
                <a:ea typeface="Arial"/>
                <a:cs typeface="Arial"/>
              </a:defRPr>
            </a:lvl7pPr>
            <a:lvl8pPr algn="l">
              <a:defRPr sz="2700" b="0">
                <a:solidFill>
                  <a:srgbClr val="D4DDEB"/>
                </a:solidFill>
                <a:latin typeface="Arial"/>
                <a:ea typeface="Arial"/>
                <a:cs typeface="Arial"/>
              </a:defRPr>
            </a:lvl8pPr>
            <a:lvl9pPr algn="l">
              <a:defRPr sz="2700" b="0">
                <a:solidFill>
                  <a:srgbClr val="D4DDEB"/>
                </a:solidFill>
                <a:latin typeface="Arial"/>
                <a:ea typeface="Arial"/>
                <a:cs typeface="Arial"/>
              </a:defRPr>
            </a:lvl9pPr>
          </a:lstStyle>
          <a:p xmlns:a="http://schemas.openxmlformats.org/drawingml/2006/main">
            <a:pPr algn="l">
              <a:lnSpc>
                <a:spcPct val="108000"/>
              </a:lnSpc>
              <a:buNone/>
              <a:defRPr sz="2700" b="0">
                <a:solidFill>
                  <a:srgbClr val="D4DDEB"/>
                </a:solidFill>
                <a:latin typeface="Arial"/>
                <a:ea typeface="Arial"/>
                <a:cs typeface="Arial"/>
              </a:defRPr>
            </a:pPr>
            <a:r>
              <a:rPr sz="2700" b="0">
                <a:solidFill>
                  <a:srgbClr val="D4DDEB"/>
                </a:solidFill>
                <a:latin typeface="Arial"/>
                <a:ea typeface="Arial"/>
                <a:cs typeface="Arial"/>
              </a:rPr>
              <a:t>Caso: web y aplicación móvil duplican la regla de acceso.</a:t>
            </a:r>
          </a:p>
        </p:txBody>
      </p:sp>
      <p:sp>
        <p:nvSpPr>
          <p:cNvPr id="4" name="respuesta-al-caso">
            <a:extLst xmlns:a="http://schemas.openxmlformats.org/drawingml/2006/main">
              <a:ext uri="{FF2B5EF4-FFF2-40B4-BE49-F238E27FC236}">
                <a16:creationId xmlns:a16="http://schemas.microsoft.com/office/drawing/2014/main" id="{3B4F8B1E-6D93-411A-9256-731DB59FD057}"/>
              </a:ext>
            </a:extLst>
          </p:cNvPr>
          <p:cNvSpPr>
            <a:spLocks xmlns:a="http://schemas.openxmlformats.org/drawingml/2006/main" noGrp="1"/>
          </p:cNvSpPr>
          <p:nvPr/>
        </p:nvSpPr>
        <p:spPr>
          <a:xfrm xmlns:a="http://schemas.openxmlformats.org/drawingml/2006/main">
            <a:off x="6000750" y="4400550"/>
            <a:ext cx="55816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F6F1E8"/>
                </a:solidFill>
                <a:latin typeface="Arial"/>
                <a:ea typeface="Arial"/>
                <a:cs typeface="Arial"/>
              </a:defRPr>
            </a:defPPr>
            <a:lvl1pPr algn="l">
              <a:defRPr sz="2550" b="0">
                <a:solidFill>
                  <a:srgbClr val="F6F1E8"/>
                </a:solidFill>
                <a:latin typeface="Arial"/>
                <a:ea typeface="Arial"/>
                <a:cs typeface="Arial"/>
              </a:defRPr>
            </a:lvl1pPr>
            <a:lvl2pPr algn="l">
              <a:defRPr sz="2550" b="0">
                <a:solidFill>
                  <a:srgbClr val="F6F1E8"/>
                </a:solidFill>
                <a:latin typeface="Arial"/>
                <a:ea typeface="Arial"/>
                <a:cs typeface="Arial"/>
              </a:defRPr>
            </a:lvl2pPr>
            <a:lvl3pPr algn="l">
              <a:defRPr sz="2550" b="0">
                <a:solidFill>
                  <a:srgbClr val="F6F1E8"/>
                </a:solidFill>
                <a:latin typeface="Arial"/>
                <a:ea typeface="Arial"/>
                <a:cs typeface="Arial"/>
              </a:defRPr>
            </a:lvl3pPr>
            <a:lvl4pPr algn="l">
              <a:defRPr sz="2550" b="0">
                <a:solidFill>
                  <a:srgbClr val="F6F1E8"/>
                </a:solidFill>
                <a:latin typeface="Arial"/>
                <a:ea typeface="Arial"/>
                <a:cs typeface="Arial"/>
              </a:defRPr>
            </a:lvl4pPr>
            <a:lvl5pPr algn="l">
              <a:defRPr sz="2550" b="0">
                <a:solidFill>
                  <a:srgbClr val="F6F1E8"/>
                </a:solidFill>
                <a:latin typeface="Arial"/>
                <a:ea typeface="Arial"/>
                <a:cs typeface="Arial"/>
              </a:defRPr>
            </a:lvl5pPr>
            <a:lvl6pPr algn="l">
              <a:defRPr sz="2550" b="0">
                <a:solidFill>
                  <a:srgbClr val="F6F1E8"/>
                </a:solidFill>
                <a:latin typeface="Arial"/>
                <a:ea typeface="Arial"/>
                <a:cs typeface="Arial"/>
              </a:defRPr>
            </a:lvl6pPr>
            <a:lvl7pPr algn="l">
              <a:defRPr sz="2550" b="0">
                <a:solidFill>
                  <a:srgbClr val="F6F1E8"/>
                </a:solidFill>
                <a:latin typeface="Arial"/>
                <a:ea typeface="Arial"/>
                <a:cs typeface="Arial"/>
              </a:defRPr>
            </a:lvl7pPr>
            <a:lvl8pPr algn="l">
              <a:defRPr sz="2550" b="0">
                <a:solidFill>
                  <a:srgbClr val="F6F1E8"/>
                </a:solidFill>
                <a:latin typeface="Arial"/>
                <a:ea typeface="Arial"/>
                <a:cs typeface="Arial"/>
              </a:defRPr>
            </a:lvl8pPr>
            <a:lvl9pPr algn="l">
              <a:defRPr sz="2550" b="0">
                <a:solidFill>
                  <a:srgbClr val="F6F1E8"/>
                </a:solidFill>
                <a:latin typeface="Arial"/>
                <a:ea typeface="Arial"/>
                <a:cs typeface="Arial"/>
              </a:defRPr>
            </a:lvl9pPr>
          </a:lstStyle>
          <a:p xmlns:a="http://schemas.openxmlformats.org/drawingml/2006/main">
            <a:pPr algn="l">
              <a:lnSpc>
                <a:spcPct val="108000"/>
              </a:lnSpc>
              <a:buNone/>
              <a:defRPr sz="2550" b="0">
                <a:solidFill>
                  <a:srgbClr val="F6F1E8"/>
                </a:solidFill>
                <a:latin typeface="Arial"/>
                <a:ea typeface="Arial"/>
                <a:cs typeface="Arial"/>
              </a:defRPr>
            </a:pPr>
            <a:r>
              <a:rPr sz="2550" b="0">
                <a:solidFill>
                  <a:srgbClr val="F6F1E8"/>
                </a:solidFill>
                <a:latin typeface="Arial"/>
                <a:ea typeface="Arial"/>
                <a:cs typeface="Arial"/>
              </a:rPr>
              <a:t>Prevención: centralizar esa regla y comprobar que ambas conserven sus respuestas.</a:t>
            </a:r>
          </a:p>
        </p:txBody>
      </p:sp>
      <p:sp>
        <p:nvSpPr>
          <p:cNvPr id="5" name="numero-pagina">
            <a:extLst xmlns:a="http://schemas.openxmlformats.org/drawingml/2006/main">
              <a:ext uri="{FF2B5EF4-FFF2-40B4-BE49-F238E27FC236}">
                <a16:creationId xmlns:a16="http://schemas.microsoft.com/office/drawing/2014/main" id="{4C8EDFF7-8D9D-4F54-9728-759550CF18B4}"/>
              </a:ext>
            </a:extLst>
          </p:cNvPr>
          <p:cNvSpPr>
            <a:spLocks xmlns:a="http://schemas.openxmlformats.org/drawingml/2006/main" noGrp="1"/>
          </p:cNvSpPr>
          <p:nvPr/>
        </p:nvSpPr>
        <p:spPr>
          <a:xfrm xmlns:a="http://schemas.openxmlformats.org/drawingml/2006/main">
            <a:off x="10972800" y="6400800"/>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D4DDEB"/>
                </a:solidFill>
                <a:latin typeface="Arial"/>
                <a:ea typeface="Arial"/>
                <a:cs typeface="Arial"/>
              </a:defRPr>
            </a:defPPr>
            <a:lvl1pPr algn="r">
              <a:defRPr sz="1350" b="0">
                <a:solidFill>
                  <a:srgbClr val="D4DDEB"/>
                </a:solidFill>
                <a:latin typeface="Arial"/>
                <a:ea typeface="Arial"/>
                <a:cs typeface="Arial"/>
              </a:defRPr>
            </a:lvl1pPr>
            <a:lvl2pPr algn="r">
              <a:defRPr sz="1350" b="0">
                <a:solidFill>
                  <a:srgbClr val="D4DDEB"/>
                </a:solidFill>
                <a:latin typeface="Arial"/>
                <a:ea typeface="Arial"/>
                <a:cs typeface="Arial"/>
              </a:defRPr>
            </a:lvl2pPr>
            <a:lvl3pPr algn="r">
              <a:defRPr sz="1350" b="0">
                <a:solidFill>
                  <a:srgbClr val="D4DDEB"/>
                </a:solidFill>
                <a:latin typeface="Arial"/>
                <a:ea typeface="Arial"/>
                <a:cs typeface="Arial"/>
              </a:defRPr>
            </a:lvl3pPr>
            <a:lvl4pPr algn="r">
              <a:defRPr sz="1350" b="0">
                <a:solidFill>
                  <a:srgbClr val="D4DDEB"/>
                </a:solidFill>
                <a:latin typeface="Arial"/>
                <a:ea typeface="Arial"/>
                <a:cs typeface="Arial"/>
              </a:defRPr>
            </a:lvl4pPr>
            <a:lvl5pPr algn="r">
              <a:defRPr sz="1350" b="0">
                <a:solidFill>
                  <a:srgbClr val="D4DDEB"/>
                </a:solidFill>
                <a:latin typeface="Arial"/>
                <a:ea typeface="Arial"/>
                <a:cs typeface="Arial"/>
              </a:defRPr>
            </a:lvl5pPr>
            <a:lvl6pPr algn="r">
              <a:defRPr sz="1350" b="0">
                <a:solidFill>
                  <a:srgbClr val="D4DDEB"/>
                </a:solidFill>
                <a:latin typeface="Arial"/>
                <a:ea typeface="Arial"/>
                <a:cs typeface="Arial"/>
              </a:defRPr>
            </a:lvl6pPr>
            <a:lvl7pPr algn="r">
              <a:defRPr sz="1350" b="0">
                <a:solidFill>
                  <a:srgbClr val="D4DDEB"/>
                </a:solidFill>
                <a:latin typeface="Arial"/>
                <a:ea typeface="Arial"/>
                <a:cs typeface="Arial"/>
              </a:defRPr>
            </a:lvl7pPr>
            <a:lvl8pPr algn="r">
              <a:defRPr sz="1350" b="0">
                <a:solidFill>
                  <a:srgbClr val="D4DDEB"/>
                </a:solidFill>
                <a:latin typeface="Arial"/>
                <a:ea typeface="Arial"/>
                <a:cs typeface="Arial"/>
              </a:defRPr>
            </a:lvl8pPr>
            <a:lvl9pPr algn="r">
              <a:defRPr sz="1350" b="0">
                <a:solidFill>
                  <a:srgbClr val="D4DDEB"/>
                </a:solidFill>
                <a:latin typeface="Arial"/>
                <a:ea typeface="Arial"/>
                <a:cs typeface="Arial"/>
              </a:defRPr>
            </a:lvl9pPr>
          </a:lstStyle>
          <a:p xmlns:a="http://schemas.openxmlformats.org/drawingml/2006/main">
            <a:pPr algn="r">
              <a:lnSpc>
                <a:spcPct val="108000"/>
              </a:lnSpc>
              <a:buNone/>
              <a:defRPr sz="1350" b="0">
                <a:solidFill>
                  <a:srgbClr val="D4DDEB"/>
                </a:solidFill>
                <a:latin typeface="Arial"/>
                <a:ea typeface="Arial"/>
                <a:cs typeface="Arial"/>
              </a:defRPr>
            </a:pPr>
            <a:r>
              <a:rPr sz="1350" b="0">
                <a:solidFill>
                  <a:srgbClr val="D4DDEB"/>
                </a:solidFill>
                <a:latin typeface="Arial"/>
                <a:ea typeface="Arial"/>
                <a:cs typeface="Arial"/>
              </a:rPr>
              <a:t>06</a:t>
            </a:r>
          </a:p>
        </p:txBody>
      </p:sp>
    </p:spTree>
    <p:extLst>
      <p:ext uri="{BB962C8B-B14F-4D97-AF65-F5344CB8AC3E}">
        <p14:creationId xmlns:p14="http://schemas.microsoft.com/office/powerpoint/2010/main" val="152113512"/>
      </p:ext>
    </p:extLst>
  </p:cSld>
</p:sld>
</file>

<file path=ppt/slides/slide7.xml><?xml version="1.0" encoding="utf-8"?>
<p:sld xmlns:p="http://schemas.openxmlformats.org/presentationml/2006/main">
  <p:cSld>
    <p:bg>
      <p:bgPr>
        <a:solidFill xmlns:a="http://schemas.openxmlformats.org/drawingml/2006/main">
          <a:srgbClr val="F6F1E8"/>
        </a:solidFill>
      </p:bgPr>
    </p:bg>
    <p:spTree>
      <p:nvGrpSpPr>
        <p:cNvPr id="1" name=""/>
        <p:cNvGrpSpPr/>
        <p:nvPr/>
      </p:nvGrpSpPr>
      <p:grpSpPr>
        <a:xfrm xmlns:a="http://schemas.openxmlformats.org/drawingml/2006/main"/>
      </p:grpSpPr>
      <p:sp>
        <p:nvSpPr>
          <p:cNvPr id="20" name="titulo">
            <a:extLst xmlns:a="http://schemas.openxmlformats.org/drawingml/2006/main">
              <a:ext uri="{FF2B5EF4-FFF2-40B4-BE49-F238E27FC236}">
                <a16:creationId xmlns:a16="http://schemas.microsoft.com/office/drawing/2014/main" id="{0270D1BA-5A2E-46CE-8377-D9B41A55B8C1}"/>
              </a:ext>
            </a:extLst>
          </p:cNvPr>
          <p:cNvSpPr>
            <a:spLocks xmlns:a="http://schemas.openxmlformats.org/drawingml/2006/main" noGrp="1"/>
          </p:cNvSpPr>
          <p:nvPr/>
        </p:nvSpPr>
        <p:spPr>
          <a:xfrm xmlns:a="http://schemas.openxmlformats.org/drawingml/2006/main">
            <a:off x="609600" y="571500"/>
            <a:ext cx="109728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050" b="1">
                <a:solidFill>
                  <a:srgbClr val="11233E"/>
                </a:solidFill>
                <a:latin typeface="Arial"/>
                <a:ea typeface="Arial"/>
                <a:cs typeface="Arial"/>
              </a:defRPr>
            </a:defPPr>
            <a:lvl1pPr algn="l">
              <a:defRPr sz="4050" b="1">
                <a:solidFill>
                  <a:srgbClr val="11233E"/>
                </a:solidFill>
                <a:latin typeface="Arial"/>
                <a:ea typeface="Arial"/>
                <a:cs typeface="Arial"/>
              </a:defRPr>
            </a:lvl1pPr>
            <a:lvl2pPr algn="l">
              <a:defRPr sz="4050" b="1">
                <a:solidFill>
                  <a:srgbClr val="11233E"/>
                </a:solidFill>
                <a:latin typeface="Arial"/>
                <a:ea typeface="Arial"/>
                <a:cs typeface="Arial"/>
              </a:defRPr>
            </a:lvl2pPr>
            <a:lvl3pPr algn="l">
              <a:defRPr sz="4050" b="1">
                <a:solidFill>
                  <a:srgbClr val="11233E"/>
                </a:solidFill>
                <a:latin typeface="Arial"/>
                <a:ea typeface="Arial"/>
                <a:cs typeface="Arial"/>
              </a:defRPr>
            </a:lvl3pPr>
            <a:lvl4pPr algn="l">
              <a:defRPr sz="4050" b="1">
                <a:solidFill>
                  <a:srgbClr val="11233E"/>
                </a:solidFill>
                <a:latin typeface="Arial"/>
                <a:ea typeface="Arial"/>
                <a:cs typeface="Arial"/>
              </a:defRPr>
            </a:lvl4pPr>
            <a:lvl5pPr algn="l">
              <a:defRPr sz="4050" b="1">
                <a:solidFill>
                  <a:srgbClr val="11233E"/>
                </a:solidFill>
                <a:latin typeface="Arial"/>
                <a:ea typeface="Arial"/>
                <a:cs typeface="Arial"/>
              </a:defRPr>
            </a:lvl5pPr>
            <a:lvl6pPr algn="l">
              <a:defRPr sz="4050" b="1">
                <a:solidFill>
                  <a:srgbClr val="11233E"/>
                </a:solidFill>
                <a:latin typeface="Arial"/>
                <a:ea typeface="Arial"/>
                <a:cs typeface="Arial"/>
              </a:defRPr>
            </a:lvl6pPr>
            <a:lvl7pPr algn="l">
              <a:defRPr sz="4050" b="1">
                <a:solidFill>
                  <a:srgbClr val="11233E"/>
                </a:solidFill>
                <a:latin typeface="Arial"/>
                <a:ea typeface="Arial"/>
                <a:cs typeface="Arial"/>
              </a:defRPr>
            </a:lvl7pPr>
            <a:lvl8pPr algn="l">
              <a:defRPr sz="4050" b="1">
                <a:solidFill>
                  <a:srgbClr val="11233E"/>
                </a:solidFill>
                <a:latin typeface="Arial"/>
                <a:ea typeface="Arial"/>
                <a:cs typeface="Arial"/>
              </a:defRPr>
            </a:lvl8pPr>
            <a:lvl9pPr algn="l">
              <a:defRPr sz="4050" b="1">
                <a:solidFill>
                  <a:srgbClr val="11233E"/>
                </a:solidFill>
                <a:latin typeface="Arial"/>
                <a:ea typeface="Arial"/>
                <a:cs typeface="Arial"/>
              </a:defRPr>
            </a:lvl9pPr>
          </a:lstStyle>
          <a:p xmlns:a="http://schemas.openxmlformats.org/drawingml/2006/main">
            <a:pPr algn="l">
              <a:lnSpc>
                <a:spcPct val="108000"/>
              </a:lnSpc>
              <a:buNone/>
              <a:defRPr sz="4050" b="1">
                <a:solidFill>
                  <a:srgbClr val="11233E"/>
                </a:solidFill>
                <a:latin typeface="Arial"/>
                <a:ea typeface="Arial"/>
                <a:cs typeface="Arial"/>
              </a:defRPr>
            </a:pPr>
            <a:r>
              <a:rPr sz="4050" b="1">
                <a:solidFill>
                  <a:srgbClr val="11233E"/>
                </a:solidFill>
                <a:latin typeface="Arial"/>
                <a:ea typeface="Arial"/>
                <a:cs typeface="Arial"/>
              </a:rPr>
              <a:t>Las ocho etapas del cambio</a:t>
            </a:r>
          </a:p>
        </p:txBody>
      </p:sp>
      <p:sp>
        <p:nvSpPr>
          <p:cNvPr id="2" name="paso-numero-0">
            <a:extLst xmlns:a="http://schemas.openxmlformats.org/drawingml/2006/main">
              <a:ext uri="{FF2B5EF4-FFF2-40B4-BE49-F238E27FC236}">
                <a16:creationId xmlns:a16="http://schemas.microsoft.com/office/drawing/2014/main" id="{DF41158C-6DFC-4B71-9E78-27C0997782D2}"/>
              </a:ext>
            </a:extLst>
          </p:cNvPr>
          <p:cNvSpPr>
            <a:spLocks xmlns:a="http://schemas.openxmlformats.org/drawingml/2006/main" noGrp="1"/>
          </p:cNvSpPr>
          <p:nvPr/>
        </p:nvSpPr>
        <p:spPr>
          <a:xfrm xmlns:a="http://schemas.openxmlformats.org/drawingml/2006/main">
            <a:off x="609600" y="2038350"/>
            <a:ext cx="2286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2456A6"/>
                </a:solidFill>
                <a:latin typeface="Arial"/>
                <a:ea typeface="Arial"/>
                <a:cs typeface="Arial"/>
              </a:defRPr>
            </a:defPPr>
            <a:lvl1pPr algn="l">
              <a:defRPr sz="3150" b="1">
                <a:solidFill>
                  <a:srgbClr val="2456A6"/>
                </a:solidFill>
                <a:latin typeface="Arial"/>
                <a:ea typeface="Arial"/>
                <a:cs typeface="Arial"/>
              </a:defRPr>
            </a:lvl1pPr>
            <a:lvl2pPr algn="l">
              <a:defRPr sz="3150" b="1">
                <a:solidFill>
                  <a:srgbClr val="2456A6"/>
                </a:solidFill>
                <a:latin typeface="Arial"/>
                <a:ea typeface="Arial"/>
                <a:cs typeface="Arial"/>
              </a:defRPr>
            </a:lvl2pPr>
            <a:lvl3pPr algn="l">
              <a:defRPr sz="3150" b="1">
                <a:solidFill>
                  <a:srgbClr val="2456A6"/>
                </a:solidFill>
                <a:latin typeface="Arial"/>
                <a:ea typeface="Arial"/>
                <a:cs typeface="Arial"/>
              </a:defRPr>
            </a:lvl3pPr>
            <a:lvl4pPr algn="l">
              <a:defRPr sz="3150" b="1">
                <a:solidFill>
                  <a:srgbClr val="2456A6"/>
                </a:solidFill>
                <a:latin typeface="Arial"/>
                <a:ea typeface="Arial"/>
                <a:cs typeface="Arial"/>
              </a:defRPr>
            </a:lvl4pPr>
            <a:lvl5pPr algn="l">
              <a:defRPr sz="3150" b="1">
                <a:solidFill>
                  <a:srgbClr val="2456A6"/>
                </a:solidFill>
                <a:latin typeface="Arial"/>
                <a:ea typeface="Arial"/>
                <a:cs typeface="Arial"/>
              </a:defRPr>
            </a:lvl5pPr>
            <a:lvl6pPr algn="l">
              <a:defRPr sz="3150" b="1">
                <a:solidFill>
                  <a:srgbClr val="2456A6"/>
                </a:solidFill>
                <a:latin typeface="Arial"/>
                <a:ea typeface="Arial"/>
                <a:cs typeface="Arial"/>
              </a:defRPr>
            </a:lvl6pPr>
            <a:lvl7pPr algn="l">
              <a:defRPr sz="3150" b="1">
                <a:solidFill>
                  <a:srgbClr val="2456A6"/>
                </a:solidFill>
                <a:latin typeface="Arial"/>
                <a:ea typeface="Arial"/>
                <a:cs typeface="Arial"/>
              </a:defRPr>
            </a:lvl7pPr>
            <a:lvl8pPr algn="l">
              <a:defRPr sz="3150" b="1">
                <a:solidFill>
                  <a:srgbClr val="2456A6"/>
                </a:solidFill>
                <a:latin typeface="Arial"/>
                <a:ea typeface="Arial"/>
                <a:cs typeface="Arial"/>
              </a:defRPr>
            </a:lvl8pPr>
            <a:lvl9pPr algn="l">
              <a:defRPr sz="3150" b="1">
                <a:solidFill>
                  <a:srgbClr val="2456A6"/>
                </a:solidFill>
                <a:latin typeface="Arial"/>
                <a:ea typeface="Arial"/>
                <a:cs typeface="Arial"/>
              </a:defRPr>
            </a:lvl9pPr>
          </a:lstStyle>
          <a:p xmlns:a="http://schemas.openxmlformats.org/drawingml/2006/main">
            <a:pPr algn="l">
              <a:lnSpc>
                <a:spcPct val="108000"/>
              </a:lnSpc>
              <a:buNone/>
              <a:defRPr sz="3150" b="1">
                <a:solidFill>
                  <a:srgbClr val="2456A6"/>
                </a:solidFill>
                <a:latin typeface="Arial"/>
                <a:ea typeface="Arial"/>
                <a:cs typeface="Arial"/>
              </a:defRPr>
            </a:pPr>
            <a:r>
              <a:rPr sz="3150" b="1">
                <a:solidFill>
                  <a:srgbClr val="2456A6"/>
                </a:solidFill>
                <a:latin typeface="Arial"/>
                <a:ea typeface="Arial"/>
                <a:cs typeface="Arial"/>
              </a:rPr>
              <a:t>01</a:t>
            </a:r>
          </a:p>
        </p:txBody>
      </p:sp>
      <p:sp>
        <p:nvSpPr>
          <p:cNvPr id="3" name="paso-nombre-0">
            <a:extLst xmlns:a="http://schemas.openxmlformats.org/drawingml/2006/main">
              <a:ext uri="{FF2B5EF4-FFF2-40B4-BE49-F238E27FC236}">
                <a16:creationId xmlns:a16="http://schemas.microsoft.com/office/drawing/2014/main" id="{268F26E2-32A6-4578-BB84-C7241039D7D1}"/>
              </a:ext>
            </a:extLst>
          </p:cNvPr>
          <p:cNvSpPr>
            <a:spLocks xmlns:a="http://schemas.openxmlformats.org/drawingml/2006/main" noGrp="1"/>
          </p:cNvSpPr>
          <p:nvPr/>
        </p:nvSpPr>
        <p:spPr>
          <a:xfrm xmlns:a="http://schemas.openxmlformats.org/drawingml/2006/main">
            <a:off x="609600" y="2676525"/>
            <a:ext cx="24574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11233E"/>
                </a:solidFill>
                <a:latin typeface="Arial"/>
                <a:ea typeface="Arial"/>
                <a:cs typeface="Arial"/>
              </a:defRPr>
            </a:defPPr>
            <a:lvl1pPr algn="l">
              <a:defRPr sz="2325" b="0">
                <a:solidFill>
                  <a:srgbClr val="11233E"/>
                </a:solidFill>
                <a:latin typeface="Arial"/>
                <a:ea typeface="Arial"/>
                <a:cs typeface="Arial"/>
              </a:defRPr>
            </a:lvl1pPr>
            <a:lvl2pPr algn="l">
              <a:defRPr sz="2325" b="0">
                <a:solidFill>
                  <a:srgbClr val="11233E"/>
                </a:solidFill>
                <a:latin typeface="Arial"/>
                <a:ea typeface="Arial"/>
                <a:cs typeface="Arial"/>
              </a:defRPr>
            </a:lvl2pPr>
            <a:lvl3pPr algn="l">
              <a:defRPr sz="2325" b="0">
                <a:solidFill>
                  <a:srgbClr val="11233E"/>
                </a:solidFill>
                <a:latin typeface="Arial"/>
                <a:ea typeface="Arial"/>
                <a:cs typeface="Arial"/>
              </a:defRPr>
            </a:lvl3pPr>
            <a:lvl4pPr algn="l">
              <a:defRPr sz="2325" b="0">
                <a:solidFill>
                  <a:srgbClr val="11233E"/>
                </a:solidFill>
                <a:latin typeface="Arial"/>
                <a:ea typeface="Arial"/>
                <a:cs typeface="Arial"/>
              </a:defRPr>
            </a:lvl4pPr>
            <a:lvl5pPr algn="l">
              <a:defRPr sz="2325" b="0">
                <a:solidFill>
                  <a:srgbClr val="11233E"/>
                </a:solidFill>
                <a:latin typeface="Arial"/>
                <a:ea typeface="Arial"/>
                <a:cs typeface="Arial"/>
              </a:defRPr>
            </a:lvl5pPr>
            <a:lvl6pPr algn="l">
              <a:defRPr sz="2325" b="0">
                <a:solidFill>
                  <a:srgbClr val="11233E"/>
                </a:solidFill>
                <a:latin typeface="Arial"/>
                <a:ea typeface="Arial"/>
                <a:cs typeface="Arial"/>
              </a:defRPr>
            </a:lvl6pPr>
            <a:lvl7pPr algn="l">
              <a:defRPr sz="2325" b="0">
                <a:solidFill>
                  <a:srgbClr val="11233E"/>
                </a:solidFill>
                <a:latin typeface="Arial"/>
                <a:ea typeface="Arial"/>
                <a:cs typeface="Arial"/>
              </a:defRPr>
            </a:lvl7pPr>
            <a:lvl8pPr algn="l">
              <a:defRPr sz="2325" b="0">
                <a:solidFill>
                  <a:srgbClr val="11233E"/>
                </a:solidFill>
                <a:latin typeface="Arial"/>
                <a:ea typeface="Arial"/>
                <a:cs typeface="Arial"/>
              </a:defRPr>
            </a:lvl8pPr>
            <a:lvl9pPr algn="l">
              <a:defRPr sz="2325" b="0">
                <a:solidFill>
                  <a:srgbClr val="11233E"/>
                </a:solidFill>
                <a:latin typeface="Arial"/>
                <a:ea typeface="Arial"/>
                <a:cs typeface="Arial"/>
              </a:defRPr>
            </a:lvl9pPr>
          </a:lstStyle>
          <a:p xmlns:a="http://schemas.openxmlformats.org/drawingml/2006/main">
            <a:pPr algn="l">
              <a:lnSpc>
                <a:spcPct val="108000"/>
              </a:lnSpc>
              <a:buNone/>
              <a:defRPr sz="2325" b="0">
                <a:solidFill>
                  <a:srgbClr val="11233E"/>
                </a:solidFill>
                <a:latin typeface="Arial"/>
                <a:ea typeface="Arial"/>
                <a:cs typeface="Arial"/>
              </a:defRPr>
            </a:pPr>
            <a:r>
              <a:rPr sz="2325" b="0">
                <a:solidFill>
                  <a:srgbClr val="11233E"/>
                </a:solidFill>
                <a:latin typeface="Arial"/>
                <a:ea typeface="Arial"/>
                <a:cs typeface="Arial"/>
              </a:rPr>
              <a:t>Solicitud</a:t>
            </a:r>
          </a:p>
        </p:txBody>
      </p:sp>
      <p:sp>
        <p:nvSpPr>
          <p:cNvPr id="4" name="paso-numero-1">
            <a:extLst xmlns:a="http://schemas.openxmlformats.org/drawingml/2006/main">
              <a:ext uri="{FF2B5EF4-FFF2-40B4-BE49-F238E27FC236}">
                <a16:creationId xmlns:a16="http://schemas.microsoft.com/office/drawing/2014/main" id="{4319C6DF-2C55-4E63-B98B-AAF0B7F00BBC}"/>
              </a:ext>
            </a:extLst>
          </p:cNvPr>
          <p:cNvSpPr>
            <a:spLocks xmlns:a="http://schemas.openxmlformats.org/drawingml/2006/main" noGrp="1"/>
          </p:cNvSpPr>
          <p:nvPr/>
        </p:nvSpPr>
        <p:spPr>
          <a:xfrm xmlns:a="http://schemas.openxmlformats.org/drawingml/2006/main">
            <a:off x="3448050" y="2038350"/>
            <a:ext cx="2286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2456A6"/>
                </a:solidFill>
                <a:latin typeface="Arial"/>
                <a:ea typeface="Arial"/>
                <a:cs typeface="Arial"/>
              </a:defRPr>
            </a:defPPr>
            <a:lvl1pPr algn="l">
              <a:defRPr sz="3150" b="1">
                <a:solidFill>
                  <a:srgbClr val="2456A6"/>
                </a:solidFill>
                <a:latin typeface="Arial"/>
                <a:ea typeface="Arial"/>
                <a:cs typeface="Arial"/>
              </a:defRPr>
            </a:lvl1pPr>
            <a:lvl2pPr algn="l">
              <a:defRPr sz="3150" b="1">
                <a:solidFill>
                  <a:srgbClr val="2456A6"/>
                </a:solidFill>
                <a:latin typeface="Arial"/>
                <a:ea typeface="Arial"/>
                <a:cs typeface="Arial"/>
              </a:defRPr>
            </a:lvl2pPr>
            <a:lvl3pPr algn="l">
              <a:defRPr sz="3150" b="1">
                <a:solidFill>
                  <a:srgbClr val="2456A6"/>
                </a:solidFill>
                <a:latin typeface="Arial"/>
                <a:ea typeface="Arial"/>
                <a:cs typeface="Arial"/>
              </a:defRPr>
            </a:lvl3pPr>
            <a:lvl4pPr algn="l">
              <a:defRPr sz="3150" b="1">
                <a:solidFill>
                  <a:srgbClr val="2456A6"/>
                </a:solidFill>
                <a:latin typeface="Arial"/>
                <a:ea typeface="Arial"/>
                <a:cs typeface="Arial"/>
              </a:defRPr>
            </a:lvl4pPr>
            <a:lvl5pPr algn="l">
              <a:defRPr sz="3150" b="1">
                <a:solidFill>
                  <a:srgbClr val="2456A6"/>
                </a:solidFill>
                <a:latin typeface="Arial"/>
                <a:ea typeface="Arial"/>
                <a:cs typeface="Arial"/>
              </a:defRPr>
            </a:lvl5pPr>
            <a:lvl6pPr algn="l">
              <a:defRPr sz="3150" b="1">
                <a:solidFill>
                  <a:srgbClr val="2456A6"/>
                </a:solidFill>
                <a:latin typeface="Arial"/>
                <a:ea typeface="Arial"/>
                <a:cs typeface="Arial"/>
              </a:defRPr>
            </a:lvl6pPr>
            <a:lvl7pPr algn="l">
              <a:defRPr sz="3150" b="1">
                <a:solidFill>
                  <a:srgbClr val="2456A6"/>
                </a:solidFill>
                <a:latin typeface="Arial"/>
                <a:ea typeface="Arial"/>
                <a:cs typeface="Arial"/>
              </a:defRPr>
            </a:lvl7pPr>
            <a:lvl8pPr algn="l">
              <a:defRPr sz="3150" b="1">
                <a:solidFill>
                  <a:srgbClr val="2456A6"/>
                </a:solidFill>
                <a:latin typeface="Arial"/>
                <a:ea typeface="Arial"/>
                <a:cs typeface="Arial"/>
              </a:defRPr>
            </a:lvl8pPr>
            <a:lvl9pPr algn="l">
              <a:defRPr sz="3150" b="1">
                <a:solidFill>
                  <a:srgbClr val="2456A6"/>
                </a:solidFill>
                <a:latin typeface="Arial"/>
                <a:ea typeface="Arial"/>
                <a:cs typeface="Arial"/>
              </a:defRPr>
            </a:lvl9pPr>
          </a:lstStyle>
          <a:p xmlns:a="http://schemas.openxmlformats.org/drawingml/2006/main">
            <a:pPr algn="l">
              <a:lnSpc>
                <a:spcPct val="108000"/>
              </a:lnSpc>
              <a:buNone/>
              <a:defRPr sz="3150" b="1">
                <a:solidFill>
                  <a:srgbClr val="2456A6"/>
                </a:solidFill>
                <a:latin typeface="Arial"/>
                <a:ea typeface="Arial"/>
                <a:cs typeface="Arial"/>
              </a:defRPr>
            </a:pPr>
            <a:r>
              <a:rPr sz="3150" b="1">
                <a:solidFill>
                  <a:srgbClr val="2456A6"/>
                </a:solidFill>
                <a:latin typeface="Arial"/>
                <a:ea typeface="Arial"/>
                <a:cs typeface="Arial"/>
              </a:rPr>
              <a:t>02</a:t>
            </a:r>
          </a:p>
        </p:txBody>
      </p:sp>
      <p:sp>
        <p:nvSpPr>
          <p:cNvPr id="5" name="paso-nombre-1">
            <a:extLst xmlns:a="http://schemas.openxmlformats.org/drawingml/2006/main">
              <a:ext uri="{FF2B5EF4-FFF2-40B4-BE49-F238E27FC236}">
                <a16:creationId xmlns:a16="http://schemas.microsoft.com/office/drawing/2014/main" id="{72BDCFB0-F924-4C4A-A3A2-24EC08C25076}"/>
              </a:ext>
            </a:extLst>
          </p:cNvPr>
          <p:cNvSpPr>
            <a:spLocks xmlns:a="http://schemas.openxmlformats.org/drawingml/2006/main" noGrp="1"/>
          </p:cNvSpPr>
          <p:nvPr/>
        </p:nvSpPr>
        <p:spPr>
          <a:xfrm xmlns:a="http://schemas.openxmlformats.org/drawingml/2006/main">
            <a:off x="3448050" y="2676525"/>
            <a:ext cx="24574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11233E"/>
                </a:solidFill>
                <a:latin typeface="Arial"/>
                <a:ea typeface="Arial"/>
                <a:cs typeface="Arial"/>
              </a:defRPr>
            </a:defPPr>
            <a:lvl1pPr algn="l">
              <a:defRPr sz="2325" b="0">
                <a:solidFill>
                  <a:srgbClr val="11233E"/>
                </a:solidFill>
                <a:latin typeface="Arial"/>
                <a:ea typeface="Arial"/>
                <a:cs typeface="Arial"/>
              </a:defRPr>
            </a:lvl1pPr>
            <a:lvl2pPr algn="l">
              <a:defRPr sz="2325" b="0">
                <a:solidFill>
                  <a:srgbClr val="11233E"/>
                </a:solidFill>
                <a:latin typeface="Arial"/>
                <a:ea typeface="Arial"/>
                <a:cs typeface="Arial"/>
              </a:defRPr>
            </a:lvl2pPr>
            <a:lvl3pPr algn="l">
              <a:defRPr sz="2325" b="0">
                <a:solidFill>
                  <a:srgbClr val="11233E"/>
                </a:solidFill>
                <a:latin typeface="Arial"/>
                <a:ea typeface="Arial"/>
                <a:cs typeface="Arial"/>
              </a:defRPr>
            </a:lvl3pPr>
            <a:lvl4pPr algn="l">
              <a:defRPr sz="2325" b="0">
                <a:solidFill>
                  <a:srgbClr val="11233E"/>
                </a:solidFill>
                <a:latin typeface="Arial"/>
                <a:ea typeface="Arial"/>
                <a:cs typeface="Arial"/>
              </a:defRPr>
            </a:lvl4pPr>
            <a:lvl5pPr algn="l">
              <a:defRPr sz="2325" b="0">
                <a:solidFill>
                  <a:srgbClr val="11233E"/>
                </a:solidFill>
                <a:latin typeface="Arial"/>
                <a:ea typeface="Arial"/>
                <a:cs typeface="Arial"/>
              </a:defRPr>
            </a:lvl5pPr>
            <a:lvl6pPr algn="l">
              <a:defRPr sz="2325" b="0">
                <a:solidFill>
                  <a:srgbClr val="11233E"/>
                </a:solidFill>
                <a:latin typeface="Arial"/>
                <a:ea typeface="Arial"/>
                <a:cs typeface="Arial"/>
              </a:defRPr>
            </a:lvl6pPr>
            <a:lvl7pPr algn="l">
              <a:defRPr sz="2325" b="0">
                <a:solidFill>
                  <a:srgbClr val="11233E"/>
                </a:solidFill>
                <a:latin typeface="Arial"/>
                <a:ea typeface="Arial"/>
                <a:cs typeface="Arial"/>
              </a:defRPr>
            </a:lvl7pPr>
            <a:lvl8pPr algn="l">
              <a:defRPr sz="2325" b="0">
                <a:solidFill>
                  <a:srgbClr val="11233E"/>
                </a:solidFill>
                <a:latin typeface="Arial"/>
                <a:ea typeface="Arial"/>
                <a:cs typeface="Arial"/>
              </a:defRPr>
            </a:lvl8pPr>
            <a:lvl9pPr algn="l">
              <a:defRPr sz="2325" b="0">
                <a:solidFill>
                  <a:srgbClr val="11233E"/>
                </a:solidFill>
                <a:latin typeface="Arial"/>
                <a:ea typeface="Arial"/>
                <a:cs typeface="Arial"/>
              </a:defRPr>
            </a:lvl9pPr>
          </a:lstStyle>
          <a:p xmlns:a="http://schemas.openxmlformats.org/drawingml/2006/main">
            <a:pPr algn="l">
              <a:lnSpc>
                <a:spcPct val="108000"/>
              </a:lnSpc>
              <a:buNone/>
              <a:defRPr sz="2325" b="0">
                <a:solidFill>
                  <a:srgbClr val="11233E"/>
                </a:solidFill>
                <a:latin typeface="Arial"/>
                <a:ea typeface="Arial"/>
                <a:cs typeface="Arial"/>
              </a:defRPr>
            </a:pPr>
            <a:r>
              <a:rPr sz="2325" b="0">
                <a:solidFill>
                  <a:srgbClr val="11233E"/>
                </a:solidFill>
                <a:latin typeface="Arial"/>
                <a:ea typeface="Arial"/>
                <a:cs typeface="Arial"/>
              </a:rPr>
              <a:t>Análisis</a:t>
            </a:r>
          </a:p>
        </p:txBody>
      </p:sp>
      <p:sp>
        <p:nvSpPr>
          <p:cNvPr id="6" name="paso-numero-2">
            <a:extLst xmlns:a="http://schemas.openxmlformats.org/drawingml/2006/main">
              <a:ext uri="{FF2B5EF4-FFF2-40B4-BE49-F238E27FC236}">
                <a16:creationId xmlns:a16="http://schemas.microsoft.com/office/drawing/2014/main" id="{BDC3A703-C795-4EB3-BAE6-8C4C8C53859C}"/>
              </a:ext>
            </a:extLst>
          </p:cNvPr>
          <p:cNvSpPr>
            <a:spLocks xmlns:a="http://schemas.openxmlformats.org/drawingml/2006/main" noGrp="1"/>
          </p:cNvSpPr>
          <p:nvPr/>
        </p:nvSpPr>
        <p:spPr>
          <a:xfrm xmlns:a="http://schemas.openxmlformats.org/drawingml/2006/main">
            <a:off x="6286500" y="2038350"/>
            <a:ext cx="2286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2456A6"/>
                </a:solidFill>
                <a:latin typeface="Arial"/>
                <a:ea typeface="Arial"/>
                <a:cs typeface="Arial"/>
              </a:defRPr>
            </a:defPPr>
            <a:lvl1pPr algn="l">
              <a:defRPr sz="3150" b="1">
                <a:solidFill>
                  <a:srgbClr val="2456A6"/>
                </a:solidFill>
                <a:latin typeface="Arial"/>
                <a:ea typeface="Arial"/>
                <a:cs typeface="Arial"/>
              </a:defRPr>
            </a:lvl1pPr>
            <a:lvl2pPr algn="l">
              <a:defRPr sz="3150" b="1">
                <a:solidFill>
                  <a:srgbClr val="2456A6"/>
                </a:solidFill>
                <a:latin typeface="Arial"/>
                <a:ea typeface="Arial"/>
                <a:cs typeface="Arial"/>
              </a:defRPr>
            </a:lvl2pPr>
            <a:lvl3pPr algn="l">
              <a:defRPr sz="3150" b="1">
                <a:solidFill>
                  <a:srgbClr val="2456A6"/>
                </a:solidFill>
                <a:latin typeface="Arial"/>
                <a:ea typeface="Arial"/>
                <a:cs typeface="Arial"/>
              </a:defRPr>
            </a:lvl3pPr>
            <a:lvl4pPr algn="l">
              <a:defRPr sz="3150" b="1">
                <a:solidFill>
                  <a:srgbClr val="2456A6"/>
                </a:solidFill>
                <a:latin typeface="Arial"/>
                <a:ea typeface="Arial"/>
                <a:cs typeface="Arial"/>
              </a:defRPr>
            </a:lvl4pPr>
            <a:lvl5pPr algn="l">
              <a:defRPr sz="3150" b="1">
                <a:solidFill>
                  <a:srgbClr val="2456A6"/>
                </a:solidFill>
                <a:latin typeface="Arial"/>
                <a:ea typeface="Arial"/>
                <a:cs typeface="Arial"/>
              </a:defRPr>
            </a:lvl5pPr>
            <a:lvl6pPr algn="l">
              <a:defRPr sz="3150" b="1">
                <a:solidFill>
                  <a:srgbClr val="2456A6"/>
                </a:solidFill>
                <a:latin typeface="Arial"/>
                <a:ea typeface="Arial"/>
                <a:cs typeface="Arial"/>
              </a:defRPr>
            </a:lvl6pPr>
            <a:lvl7pPr algn="l">
              <a:defRPr sz="3150" b="1">
                <a:solidFill>
                  <a:srgbClr val="2456A6"/>
                </a:solidFill>
                <a:latin typeface="Arial"/>
                <a:ea typeface="Arial"/>
                <a:cs typeface="Arial"/>
              </a:defRPr>
            </a:lvl7pPr>
            <a:lvl8pPr algn="l">
              <a:defRPr sz="3150" b="1">
                <a:solidFill>
                  <a:srgbClr val="2456A6"/>
                </a:solidFill>
                <a:latin typeface="Arial"/>
                <a:ea typeface="Arial"/>
                <a:cs typeface="Arial"/>
              </a:defRPr>
            </a:lvl8pPr>
            <a:lvl9pPr algn="l">
              <a:defRPr sz="3150" b="1">
                <a:solidFill>
                  <a:srgbClr val="2456A6"/>
                </a:solidFill>
                <a:latin typeface="Arial"/>
                <a:ea typeface="Arial"/>
                <a:cs typeface="Arial"/>
              </a:defRPr>
            </a:lvl9pPr>
          </a:lstStyle>
          <a:p xmlns:a="http://schemas.openxmlformats.org/drawingml/2006/main">
            <a:pPr algn="l">
              <a:lnSpc>
                <a:spcPct val="108000"/>
              </a:lnSpc>
              <a:buNone/>
              <a:defRPr sz="3150" b="1">
                <a:solidFill>
                  <a:srgbClr val="2456A6"/>
                </a:solidFill>
                <a:latin typeface="Arial"/>
                <a:ea typeface="Arial"/>
                <a:cs typeface="Arial"/>
              </a:defRPr>
            </a:pPr>
            <a:r>
              <a:rPr sz="3150" b="1">
                <a:solidFill>
                  <a:srgbClr val="2456A6"/>
                </a:solidFill>
                <a:latin typeface="Arial"/>
                <a:ea typeface="Arial"/>
                <a:cs typeface="Arial"/>
              </a:rPr>
              <a:t>03</a:t>
            </a:r>
          </a:p>
        </p:txBody>
      </p:sp>
      <p:sp>
        <p:nvSpPr>
          <p:cNvPr id="7" name="paso-nombre-2">
            <a:extLst xmlns:a="http://schemas.openxmlformats.org/drawingml/2006/main">
              <a:ext uri="{FF2B5EF4-FFF2-40B4-BE49-F238E27FC236}">
                <a16:creationId xmlns:a16="http://schemas.microsoft.com/office/drawing/2014/main" id="{8463A7A9-94EF-4F61-9123-F4D5CFD5F841}"/>
              </a:ext>
            </a:extLst>
          </p:cNvPr>
          <p:cNvSpPr>
            <a:spLocks xmlns:a="http://schemas.openxmlformats.org/drawingml/2006/main" noGrp="1"/>
          </p:cNvSpPr>
          <p:nvPr/>
        </p:nvSpPr>
        <p:spPr>
          <a:xfrm xmlns:a="http://schemas.openxmlformats.org/drawingml/2006/main">
            <a:off x="6286500" y="2676525"/>
            <a:ext cx="24574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11233E"/>
                </a:solidFill>
                <a:latin typeface="Arial"/>
                <a:ea typeface="Arial"/>
                <a:cs typeface="Arial"/>
              </a:defRPr>
            </a:defPPr>
            <a:lvl1pPr algn="l">
              <a:defRPr sz="2325" b="0">
                <a:solidFill>
                  <a:srgbClr val="11233E"/>
                </a:solidFill>
                <a:latin typeface="Arial"/>
                <a:ea typeface="Arial"/>
                <a:cs typeface="Arial"/>
              </a:defRPr>
            </a:lvl1pPr>
            <a:lvl2pPr algn="l">
              <a:defRPr sz="2325" b="0">
                <a:solidFill>
                  <a:srgbClr val="11233E"/>
                </a:solidFill>
                <a:latin typeface="Arial"/>
                <a:ea typeface="Arial"/>
                <a:cs typeface="Arial"/>
              </a:defRPr>
            </a:lvl2pPr>
            <a:lvl3pPr algn="l">
              <a:defRPr sz="2325" b="0">
                <a:solidFill>
                  <a:srgbClr val="11233E"/>
                </a:solidFill>
                <a:latin typeface="Arial"/>
                <a:ea typeface="Arial"/>
                <a:cs typeface="Arial"/>
              </a:defRPr>
            </a:lvl3pPr>
            <a:lvl4pPr algn="l">
              <a:defRPr sz="2325" b="0">
                <a:solidFill>
                  <a:srgbClr val="11233E"/>
                </a:solidFill>
                <a:latin typeface="Arial"/>
                <a:ea typeface="Arial"/>
                <a:cs typeface="Arial"/>
              </a:defRPr>
            </a:lvl4pPr>
            <a:lvl5pPr algn="l">
              <a:defRPr sz="2325" b="0">
                <a:solidFill>
                  <a:srgbClr val="11233E"/>
                </a:solidFill>
                <a:latin typeface="Arial"/>
                <a:ea typeface="Arial"/>
                <a:cs typeface="Arial"/>
              </a:defRPr>
            </a:lvl5pPr>
            <a:lvl6pPr algn="l">
              <a:defRPr sz="2325" b="0">
                <a:solidFill>
                  <a:srgbClr val="11233E"/>
                </a:solidFill>
                <a:latin typeface="Arial"/>
                <a:ea typeface="Arial"/>
                <a:cs typeface="Arial"/>
              </a:defRPr>
            </a:lvl6pPr>
            <a:lvl7pPr algn="l">
              <a:defRPr sz="2325" b="0">
                <a:solidFill>
                  <a:srgbClr val="11233E"/>
                </a:solidFill>
                <a:latin typeface="Arial"/>
                <a:ea typeface="Arial"/>
                <a:cs typeface="Arial"/>
              </a:defRPr>
            </a:lvl7pPr>
            <a:lvl8pPr algn="l">
              <a:defRPr sz="2325" b="0">
                <a:solidFill>
                  <a:srgbClr val="11233E"/>
                </a:solidFill>
                <a:latin typeface="Arial"/>
                <a:ea typeface="Arial"/>
                <a:cs typeface="Arial"/>
              </a:defRPr>
            </a:lvl8pPr>
            <a:lvl9pPr algn="l">
              <a:defRPr sz="2325" b="0">
                <a:solidFill>
                  <a:srgbClr val="11233E"/>
                </a:solidFill>
                <a:latin typeface="Arial"/>
                <a:ea typeface="Arial"/>
                <a:cs typeface="Arial"/>
              </a:defRPr>
            </a:lvl9pPr>
          </a:lstStyle>
          <a:p xmlns:a="http://schemas.openxmlformats.org/drawingml/2006/main">
            <a:pPr algn="l">
              <a:lnSpc>
                <a:spcPct val="108000"/>
              </a:lnSpc>
              <a:buNone/>
              <a:defRPr sz="2325" b="0">
                <a:solidFill>
                  <a:srgbClr val="11233E"/>
                </a:solidFill>
                <a:latin typeface="Arial"/>
                <a:ea typeface="Arial"/>
                <a:cs typeface="Arial"/>
              </a:defRPr>
            </a:pPr>
            <a:r>
              <a:rPr sz="2325" b="0">
                <a:solidFill>
                  <a:srgbClr val="11233E"/>
                </a:solidFill>
                <a:latin typeface="Arial"/>
                <a:ea typeface="Arial"/>
                <a:cs typeface="Arial"/>
              </a:rPr>
              <a:t>Evaluación de impacto</a:t>
            </a:r>
          </a:p>
        </p:txBody>
      </p:sp>
      <p:sp>
        <p:nvSpPr>
          <p:cNvPr id="8" name="paso-numero-3">
            <a:extLst xmlns:a="http://schemas.openxmlformats.org/drawingml/2006/main">
              <a:ext uri="{FF2B5EF4-FFF2-40B4-BE49-F238E27FC236}">
                <a16:creationId xmlns:a16="http://schemas.microsoft.com/office/drawing/2014/main" id="{7F281C7E-0997-4852-A31F-85582AF6F040}"/>
              </a:ext>
            </a:extLst>
          </p:cNvPr>
          <p:cNvSpPr>
            <a:spLocks xmlns:a="http://schemas.openxmlformats.org/drawingml/2006/main" noGrp="1"/>
          </p:cNvSpPr>
          <p:nvPr/>
        </p:nvSpPr>
        <p:spPr>
          <a:xfrm xmlns:a="http://schemas.openxmlformats.org/drawingml/2006/main">
            <a:off x="9124950" y="2038350"/>
            <a:ext cx="2286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2456A6"/>
                </a:solidFill>
                <a:latin typeface="Arial"/>
                <a:ea typeface="Arial"/>
                <a:cs typeface="Arial"/>
              </a:defRPr>
            </a:defPPr>
            <a:lvl1pPr algn="l">
              <a:defRPr sz="3150" b="1">
                <a:solidFill>
                  <a:srgbClr val="2456A6"/>
                </a:solidFill>
                <a:latin typeface="Arial"/>
                <a:ea typeface="Arial"/>
                <a:cs typeface="Arial"/>
              </a:defRPr>
            </a:lvl1pPr>
            <a:lvl2pPr algn="l">
              <a:defRPr sz="3150" b="1">
                <a:solidFill>
                  <a:srgbClr val="2456A6"/>
                </a:solidFill>
                <a:latin typeface="Arial"/>
                <a:ea typeface="Arial"/>
                <a:cs typeface="Arial"/>
              </a:defRPr>
            </a:lvl2pPr>
            <a:lvl3pPr algn="l">
              <a:defRPr sz="3150" b="1">
                <a:solidFill>
                  <a:srgbClr val="2456A6"/>
                </a:solidFill>
                <a:latin typeface="Arial"/>
                <a:ea typeface="Arial"/>
                <a:cs typeface="Arial"/>
              </a:defRPr>
            </a:lvl3pPr>
            <a:lvl4pPr algn="l">
              <a:defRPr sz="3150" b="1">
                <a:solidFill>
                  <a:srgbClr val="2456A6"/>
                </a:solidFill>
                <a:latin typeface="Arial"/>
                <a:ea typeface="Arial"/>
                <a:cs typeface="Arial"/>
              </a:defRPr>
            </a:lvl4pPr>
            <a:lvl5pPr algn="l">
              <a:defRPr sz="3150" b="1">
                <a:solidFill>
                  <a:srgbClr val="2456A6"/>
                </a:solidFill>
                <a:latin typeface="Arial"/>
                <a:ea typeface="Arial"/>
                <a:cs typeface="Arial"/>
              </a:defRPr>
            </a:lvl5pPr>
            <a:lvl6pPr algn="l">
              <a:defRPr sz="3150" b="1">
                <a:solidFill>
                  <a:srgbClr val="2456A6"/>
                </a:solidFill>
                <a:latin typeface="Arial"/>
                <a:ea typeface="Arial"/>
                <a:cs typeface="Arial"/>
              </a:defRPr>
            </a:lvl6pPr>
            <a:lvl7pPr algn="l">
              <a:defRPr sz="3150" b="1">
                <a:solidFill>
                  <a:srgbClr val="2456A6"/>
                </a:solidFill>
                <a:latin typeface="Arial"/>
                <a:ea typeface="Arial"/>
                <a:cs typeface="Arial"/>
              </a:defRPr>
            </a:lvl7pPr>
            <a:lvl8pPr algn="l">
              <a:defRPr sz="3150" b="1">
                <a:solidFill>
                  <a:srgbClr val="2456A6"/>
                </a:solidFill>
                <a:latin typeface="Arial"/>
                <a:ea typeface="Arial"/>
                <a:cs typeface="Arial"/>
              </a:defRPr>
            </a:lvl8pPr>
            <a:lvl9pPr algn="l">
              <a:defRPr sz="3150" b="1">
                <a:solidFill>
                  <a:srgbClr val="2456A6"/>
                </a:solidFill>
                <a:latin typeface="Arial"/>
                <a:ea typeface="Arial"/>
                <a:cs typeface="Arial"/>
              </a:defRPr>
            </a:lvl9pPr>
          </a:lstStyle>
          <a:p xmlns:a="http://schemas.openxmlformats.org/drawingml/2006/main">
            <a:pPr algn="l">
              <a:lnSpc>
                <a:spcPct val="108000"/>
              </a:lnSpc>
              <a:buNone/>
              <a:defRPr sz="3150" b="1">
                <a:solidFill>
                  <a:srgbClr val="2456A6"/>
                </a:solidFill>
                <a:latin typeface="Arial"/>
                <a:ea typeface="Arial"/>
                <a:cs typeface="Arial"/>
              </a:defRPr>
            </a:pPr>
            <a:r>
              <a:rPr sz="3150" b="1">
                <a:solidFill>
                  <a:srgbClr val="2456A6"/>
                </a:solidFill>
                <a:latin typeface="Arial"/>
                <a:ea typeface="Arial"/>
                <a:cs typeface="Arial"/>
              </a:rPr>
              <a:t>04</a:t>
            </a:r>
          </a:p>
        </p:txBody>
      </p:sp>
      <p:sp>
        <p:nvSpPr>
          <p:cNvPr id="9" name="paso-nombre-3">
            <a:extLst xmlns:a="http://schemas.openxmlformats.org/drawingml/2006/main">
              <a:ext uri="{FF2B5EF4-FFF2-40B4-BE49-F238E27FC236}">
                <a16:creationId xmlns:a16="http://schemas.microsoft.com/office/drawing/2014/main" id="{FFB489E4-FDD9-4510-811E-8D0E60310264}"/>
              </a:ext>
            </a:extLst>
          </p:cNvPr>
          <p:cNvSpPr>
            <a:spLocks xmlns:a="http://schemas.openxmlformats.org/drawingml/2006/main" noGrp="1"/>
          </p:cNvSpPr>
          <p:nvPr/>
        </p:nvSpPr>
        <p:spPr>
          <a:xfrm xmlns:a="http://schemas.openxmlformats.org/drawingml/2006/main">
            <a:off x="9124950" y="2676525"/>
            <a:ext cx="24574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11233E"/>
                </a:solidFill>
                <a:latin typeface="Arial"/>
                <a:ea typeface="Arial"/>
                <a:cs typeface="Arial"/>
              </a:defRPr>
            </a:defPPr>
            <a:lvl1pPr algn="l">
              <a:defRPr sz="2325" b="0">
                <a:solidFill>
                  <a:srgbClr val="11233E"/>
                </a:solidFill>
                <a:latin typeface="Arial"/>
                <a:ea typeface="Arial"/>
                <a:cs typeface="Arial"/>
              </a:defRPr>
            </a:lvl1pPr>
            <a:lvl2pPr algn="l">
              <a:defRPr sz="2325" b="0">
                <a:solidFill>
                  <a:srgbClr val="11233E"/>
                </a:solidFill>
                <a:latin typeface="Arial"/>
                <a:ea typeface="Arial"/>
                <a:cs typeface="Arial"/>
              </a:defRPr>
            </a:lvl2pPr>
            <a:lvl3pPr algn="l">
              <a:defRPr sz="2325" b="0">
                <a:solidFill>
                  <a:srgbClr val="11233E"/>
                </a:solidFill>
                <a:latin typeface="Arial"/>
                <a:ea typeface="Arial"/>
                <a:cs typeface="Arial"/>
              </a:defRPr>
            </a:lvl3pPr>
            <a:lvl4pPr algn="l">
              <a:defRPr sz="2325" b="0">
                <a:solidFill>
                  <a:srgbClr val="11233E"/>
                </a:solidFill>
                <a:latin typeface="Arial"/>
                <a:ea typeface="Arial"/>
                <a:cs typeface="Arial"/>
              </a:defRPr>
            </a:lvl4pPr>
            <a:lvl5pPr algn="l">
              <a:defRPr sz="2325" b="0">
                <a:solidFill>
                  <a:srgbClr val="11233E"/>
                </a:solidFill>
                <a:latin typeface="Arial"/>
                <a:ea typeface="Arial"/>
                <a:cs typeface="Arial"/>
              </a:defRPr>
            </a:lvl5pPr>
            <a:lvl6pPr algn="l">
              <a:defRPr sz="2325" b="0">
                <a:solidFill>
                  <a:srgbClr val="11233E"/>
                </a:solidFill>
                <a:latin typeface="Arial"/>
                <a:ea typeface="Arial"/>
                <a:cs typeface="Arial"/>
              </a:defRPr>
            </a:lvl6pPr>
            <a:lvl7pPr algn="l">
              <a:defRPr sz="2325" b="0">
                <a:solidFill>
                  <a:srgbClr val="11233E"/>
                </a:solidFill>
                <a:latin typeface="Arial"/>
                <a:ea typeface="Arial"/>
                <a:cs typeface="Arial"/>
              </a:defRPr>
            </a:lvl7pPr>
            <a:lvl8pPr algn="l">
              <a:defRPr sz="2325" b="0">
                <a:solidFill>
                  <a:srgbClr val="11233E"/>
                </a:solidFill>
                <a:latin typeface="Arial"/>
                <a:ea typeface="Arial"/>
                <a:cs typeface="Arial"/>
              </a:defRPr>
            </a:lvl8pPr>
            <a:lvl9pPr algn="l">
              <a:defRPr sz="2325" b="0">
                <a:solidFill>
                  <a:srgbClr val="11233E"/>
                </a:solidFill>
                <a:latin typeface="Arial"/>
                <a:ea typeface="Arial"/>
                <a:cs typeface="Arial"/>
              </a:defRPr>
            </a:lvl9pPr>
          </a:lstStyle>
          <a:p xmlns:a="http://schemas.openxmlformats.org/drawingml/2006/main">
            <a:pPr algn="l">
              <a:lnSpc>
                <a:spcPct val="108000"/>
              </a:lnSpc>
              <a:buNone/>
              <a:defRPr sz="2325" b="0">
                <a:solidFill>
                  <a:srgbClr val="11233E"/>
                </a:solidFill>
                <a:latin typeface="Arial"/>
                <a:ea typeface="Arial"/>
                <a:cs typeface="Arial"/>
              </a:defRPr>
            </a:pPr>
            <a:r>
              <a:rPr sz="2325" b="0">
                <a:solidFill>
                  <a:srgbClr val="11233E"/>
                </a:solidFill>
                <a:latin typeface="Arial"/>
                <a:ea typeface="Arial"/>
                <a:cs typeface="Arial"/>
              </a:rPr>
              <a:t>Aprobación o rechazo</a:t>
            </a:r>
          </a:p>
        </p:txBody>
      </p:sp>
      <p:sp>
        <p:nvSpPr>
          <p:cNvPr id="10" name="paso-numero-4">
            <a:extLst xmlns:a="http://schemas.openxmlformats.org/drawingml/2006/main">
              <a:ext uri="{FF2B5EF4-FFF2-40B4-BE49-F238E27FC236}">
                <a16:creationId xmlns:a16="http://schemas.microsoft.com/office/drawing/2014/main" id="{2D6F8A4B-9F67-4AA8-BF05-DB77B088C976}"/>
              </a:ext>
            </a:extLst>
          </p:cNvPr>
          <p:cNvSpPr>
            <a:spLocks xmlns:a="http://schemas.openxmlformats.org/drawingml/2006/main" noGrp="1"/>
          </p:cNvSpPr>
          <p:nvPr/>
        </p:nvSpPr>
        <p:spPr>
          <a:xfrm xmlns:a="http://schemas.openxmlformats.org/drawingml/2006/main">
            <a:off x="609600" y="3819525"/>
            <a:ext cx="2286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2456A6"/>
                </a:solidFill>
                <a:latin typeface="Arial"/>
                <a:ea typeface="Arial"/>
                <a:cs typeface="Arial"/>
              </a:defRPr>
            </a:defPPr>
            <a:lvl1pPr algn="l">
              <a:defRPr sz="3150" b="1">
                <a:solidFill>
                  <a:srgbClr val="2456A6"/>
                </a:solidFill>
                <a:latin typeface="Arial"/>
                <a:ea typeface="Arial"/>
                <a:cs typeface="Arial"/>
              </a:defRPr>
            </a:lvl1pPr>
            <a:lvl2pPr algn="l">
              <a:defRPr sz="3150" b="1">
                <a:solidFill>
                  <a:srgbClr val="2456A6"/>
                </a:solidFill>
                <a:latin typeface="Arial"/>
                <a:ea typeface="Arial"/>
                <a:cs typeface="Arial"/>
              </a:defRPr>
            </a:lvl2pPr>
            <a:lvl3pPr algn="l">
              <a:defRPr sz="3150" b="1">
                <a:solidFill>
                  <a:srgbClr val="2456A6"/>
                </a:solidFill>
                <a:latin typeface="Arial"/>
                <a:ea typeface="Arial"/>
                <a:cs typeface="Arial"/>
              </a:defRPr>
            </a:lvl3pPr>
            <a:lvl4pPr algn="l">
              <a:defRPr sz="3150" b="1">
                <a:solidFill>
                  <a:srgbClr val="2456A6"/>
                </a:solidFill>
                <a:latin typeface="Arial"/>
                <a:ea typeface="Arial"/>
                <a:cs typeface="Arial"/>
              </a:defRPr>
            </a:lvl4pPr>
            <a:lvl5pPr algn="l">
              <a:defRPr sz="3150" b="1">
                <a:solidFill>
                  <a:srgbClr val="2456A6"/>
                </a:solidFill>
                <a:latin typeface="Arial"/>
                <a:ea typeface="Arial"/>
                <a:cs typeface="Arial"/>
              </a:defRPr>
            </a:lvl5pPr>
            <a:lvl6pPr algn="l">
              <a:defRPr sz="3150" b="1">
                <a:solidFill>
                  <a:srgbClr val="2456A6"/>
                </a:solidFill>
                <a:latin typeface="Arial"/>
                <a:ea typeface="Arial"/>
                <a:cs typeface="Arial"/>
              </a:defRPr>
            </a:lvl6pPr>
            <a:lvl7pPr algn="l">
              <a:defRPr sz="3150" b="1">
                <a:solidFill>
                  <a:srgbClr val="2456A6"/>
                </a:solidFill>
                <a:latin typeface="Arial"/>
                <a:ea typeface="Arial"/>
                <a:cs typeface="Arial"/>
              </a:defRPr>
            </a:lvl7pPr>
            <a:lvl8pPr algn="l">
              <a:defRPr sz="3150" b="1">
                <a:solidFill>
                  <a:srgbClr val="2456A6"/>
                </a:solidFill>
                <a:latin typeface="Arial"/>
                <a:ea typeface="Arial"/>
                <a:cs typeface="Arial"/>
              </a:defRPr>
            </a:lvl8pPr>
            <a:lvl9pPr algn="l">
              <a:defRPr sz="3150" b="1">
                <a:solidFill>
                  <a:srgbClr val="2456A6"/>
                </a:solidFill>
                <a:latin typeface="Arial"/>
                <a:ea typeface="Arial"/>
                <a:cs typeface="Arial"/>
              </a:defRPr>
            </a:lvl9pPr>
          </a:lstStyle>
          <a:p xmlns:a="http://schemas.openxmlformats.org/drawingml/2006/main">
            <a:pPr algn="l">
              <a:lnSpc>
                <a:spcPct val="108000"/>
              </a:lnSpc>
              <a:buNone/>
              <a:defRPr sz="3150" b="1">
                <a:solidFill>
                  <a:srgbClr val="2456A6"/>
                </a:solidFill>
                <a:latin typeface="Arial"/>
                <a:ea typeface="Arial"/>
                <a:cs typeface="Arial"/>
              </a:defRPr>
            </a:pPr>
            <a:r>
              <a:rPr sz="3150" b="1">
                <a:solidFill>
                  <a:srgbClr val="2456A6"/>
                </a:solidFill>
                <a:latin typeface="Arial"/>
                <a:ea typeface="Arial"/>
                <a:cs typeface="Arial"/>
              </a:rPr>
              <a:t>05</a:t>
            </a:r>
          </a:p>
        </p:txBody>
      </p:sp>
      <p:sp>
        <p:nvSpPr>
          <p:cNvPr id="11" name="paso-nombre-4">
            <a:extLst xmlns:a="http://schemas.openxmlformats.org/drawingml/2006/main">
              <a:ext uri="{FF2B5EF4-FFF2-40B4-BE49-F238E27FC236}">
                <a16:creationId xmlns:a16="http://schemas.microsoft.com/office/drawing/2014/main" id="{052BC5AE-63FD-4BBE-90D1-3FD76C4D3CFB}"/>
              </a:ext>
            </a:extLst>
          </p:cNvPr>
          <p:cNvSpPr>
            <a:spLocks xmlns:a="http://schemas.openxmlformats.org/drawingml/2006/main" noGrp="1"/>
          </p:cNvSpPr>
          <p:nvPr/>
        </p:nvSpPr>
        <p:spPr>
          <a:xfrm xmlns:a="http://schemas.openxmlformats.org/drawingml/2006/main">
            <a:off x="609600" y="4457700"/>
            <a:ext cx="24574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11233E"/>
                </a:solidFill>
                <a:latin typeface="Arial"/>
                <a:ea typeface="Arial"/>
                <a:cs typeface="Arial"/>
              </a:defRPr>
            </a:defPPr>
            <a:lvl1pPr algn="l">
              <a:defRPr sz="2325" b="0">
                <a:solidFill>
                  <a:srgbClr val="11233E"/>
                </a:solidFill>
                <a:latin typeface="Arial"/>
                <a:ea typeface="Arial"/>
                <a:cs typeface="Arial"/>
              </a:defRPr>
            </a:lvl1pPr>
            <a:lvl2pPr algn="l">
              <a:defRPr sz="2325" b="0">
                <a:solidFill>
                  <a:srgbClr val="11233E"/>
                </a:solidFill>
                <a:latin typeface="Arial"/>
                <a:ea typeface="Arial"/>
                <a:cs typeface="Arial"/>
              </a:defRPr>
            </a:lvl2pPr>
            <a:lvl3pPr algn="l">
              <a:defRPr sz="2325" b="0">
                <a:solidFill>
                  <a:srgbClr val="11233E"/>
                </a:solidFill>
                <a:latin typeface="Arial"/>
                <a:ea typeface="Arial"/>
                <a:cs typeface="Arial"/>
              </a:defRPr>
            </a:lvl3pPr>
            <a:lvl4pPr algn="l">
              <a:defRPr sz="2325" b="0">
                <a:solidFill>
                  <a:srgbClr val="11233E"/>
                </a:solidFill>
                <a:latin typeface="Arial"/>
                <a:ea typeface="Arial"/>
                <a:cs typeface="Arial"/>
              </a:defRPr>
            </a:lvl4pPr>
            <a:lvl5pPr algn="l">
              <a:defRPr sz="2325" b="0">
                <a:solidFill>
                  <a:srgbClr val="11233E"/>
                </a:solidFill>
                <a:latin typeface="Arial"/>
                <a:ea typeface="Arial"/>
                <a:cs typeface="Arial"/>
              </a:defRPr>
            </a:lvl5pPr>
            <a:lvl6pPr algn="l">
              <a:defRPr sz="2325" b="0">
                <a:solidFill>
                  <a:srgbClr val="11233E"/>
                </a:solidFill>
                <a:latin typeface="Arial"/>
                <a:ea typeface="Arial"/>
                <a:cs typeface="Arial"/>
              </a:defRPr>
            </a:lvl6pPr>
            <a:lvl7pPr algn="l">
              <a:defRPr sz="2325" b="0">
                <a:solidFill>
                  <a:srgbClr val="11233E"/>
                </a:solidFill>
                <a:latin typeface="Arial"/>
                <a:ea typeface="Arial"/>
                <a:cs typeface="Arial"/>
              </a:defRPr>
            </a:lvl7pPr>
            <a:lvl8pPr algn="l">
              <a:defRPr sz="2325" b="0">
                <a:solidFill>
                  <a:srgbClr val="11233E"/>
                </a:solidFill>
                <a:latin typeface="Arial"/>
                <a:ea typeface="Arial"/>
                <a:cs typeface="Arial"/>
              </a:defRPr>
            </a:lvl8pPr>
            <a:lvl9pPr algn="l">
              <a:defRPr sz="2325" b="0">
                <a:solidFill>
                  <a:srgbClr val="11233E"/>
                </a:solidFill>
                <a:latin typeface="Arial"/>
                <a:ea typeface="Arial"/>
                <a:cs typeface="Arial"/>
              </a:defRPr>
            </a:lvl9pPr>
          </a:lstStyle>
          <a:p xmlns:a="http://schemas.openxmlformats.org/drawingml/2006/main">
            <a:pPr algn="l">
              <a:lnSpc>
                <a:spcPct val="108000"/>
              </a:lnSpc>
              <a:buNone/>
              <a:defRPr sz="2325" b="0">
                <a:solidFill>
                  <a:srgbClr val="11233E"/>
                </a:solidFill>
                <a:latin typeface="Arial"/>
                <a:ea typeface="Arial"/>
                <a:cs typeface="Arial"/>
              </a:defRPr>
            </a:pPr>
            <a:r>
              <a:rPr sz="2325" b="0">
                <a:solidFill>
                  <a:srgbClr val="11233E"/>
                </a:solidFill>
                <a:latin typeface="Arial"/>
                <a:ea typeface="Arial"/>
                <a:cs typeface="Arial"/>
              </a:rPr>
              <a:t>Planificación</a:t>
            </a:r>
          </a:p>
        </p:txBody>
      </p:sp>
      <p:sp>
        <p:nvSpPr>
          <p:cNvPr id="12" name="paso-numero-5">
            <a:extLst xmlns:a="http://schemas.openxmlformats.org/drawingml/2006/main">
              <a:ext uri="{FF2B5EF4-FFF2-40B4-BE49-F238E27FC236}">
                <a16:creationId xmlns:a16="http://schemas.microsoft.com/office/drawing/2014/main" id="{F383E68A-D03F-496F-BE56-E019FB079642}"/>
              </a:ext>
            </a:extLst>
          </p:cNvPr>
          <p:cNvSpPr>
            <a:spLocks xmlns:a="http://schemas.openxmlformats.org/drawingml/2006/main" noGrp="1"/>
          </p:cNvSpPr>
          <p:nvPr/>
        </p:nvSpPr>
        <p:spPr>
          <a:xfrm xmlns:a="http://schemas.openxmlformats.org/drawingml/2006/main">
            <a:off x="3448050" y="3819525"/>
            <a:ext cx="2286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2456A6"/>
                </a:solidFill>
                <a:latin typeface="Arial"/>
                <a:ea typeface="Arial"/>
                <a:cs typeface="Arial"/>
              </a:defRPr>
            </a:defPPr>
            <a:lvl1pPr algn="l">
              <a:defRPr sz="3150" b="1">
                <a:solidFill>
                  <a:srgbClr val="2456A6"/>
                </a:solidFill>
                <a:latin typeface="Arial"/>
                <a:ea typeface="Arial"/>
                <a:cs typeface="Arial"/>
              </a:defRPr>
            </a:lvl1pPr>
            <a:lvl2pPr algn="l">
              <a:defRPr sz="3150" b="1">
                <a:solidFill>
                  <a:srgbClr val="2456A6"/>
                </a:solidFill>
                <a:latin typeface="Arial"/>
                <a:ea typeface="Arial"/>
                <a:cs typeface="Arial"/>
              </a:defRPr>
            </a:lvl2pPr>
            <a:lvl3pPr algn="l">
              <a:defRPr sz="3150" b="1">
                <a:solidFill>
                  <a:srgbClr val="2456A6"/>
                </a:solidFill>
                <a:latin typeface="Arial"/>
                <a:ea typeface="Arial"/>
                <a:cs typeface="Arial"/>
              </a:defRPr>
            </a:lvl3pPr>
            <a:lvl4pPr algn="l">
              <a:defRPr sz="3150" b="1">
                <a:solidFill>
                  <a:srgbClr val="2456A6"/>
                </a:solidFill>
                <a:latin typeface="Arial"/>
                <a:ea typeface="Arial"/>
                <a:cs typeface="Arial"/>
              </a:defRPr>
            </a:lvl4pPr>
            <a:lvl5pPr algn="l">
              <a:defRPr sz="3150" b="1">
                <a:solidFill>
                  <a:srgbClr val="2456A6"/>
                </a:solidFill>
                <a:latin typeface="Arial"/>
                <a:ea typeface="Arial"/>
                <a:cs typeface="Arial"/>
              </a:defRPr>
            </a:lvl5pPr>
            <a:lvl6pPr algn="l">
              <a:defRPr sz="3150" b="1">
                <a:solidFill>
                  <a:srgbClr val="2456A6"/>
                </a:solidFill>
                <a:latin typeface="Arial"/>
                <a:ea typeface="Arial"/>
                <a:cs typeface="Arial"/>
              </a:defRPr>
            </a:lvl6pPr>
            <a:lvl7pPr algn="l">
              <a:defRPr sz="3150" b="1">
                <a:solidFill>
                  <a:srgbClr val="2456A6"/>
                </a:solidFill>
                <a:latin typeface="Arial"/>
                <a:ea typeface="Arial"/>
                <a:cs typeface="Arial"/>
              </a:defRPr>
            </a:lvl7pPr>
            <a:lvl8pPr algn="l">
              <a:defRPr sz="3150" b="1">
                <a:solidFill>
                  <a:srgbClr val="2456A6"/>
                </a:solidFill>
                <a:latin typeface="Arial"/>
                <a:ea typeface="Arial"/>
                <a:cs typeface="Arial"/>
              </a:defRPr>
            </a:lvl8pPr>
            <a:lvl9pPr algn="l">
              <a:defRPr sz="3150" b="1">
                <a:solidFill>
                  <a:srgbClr val="2456A6"/>
                </a:solidFill>
                <a:latin typeface="Arial"/>
                <a:ea typeface="Arial"/>
                <a:cs typeface="Arial"/>
              </a:defRPr>
            </a:lvl9pPr>
          </a:lstStyle>
          <a:p xmlns:a="http://schemas.openxmlformats.org/drawingml/2006/main">
            <a:pPr algn="l">
              <a:lnSpc>
                <a:spcPct val="108000"/>
              </a:lnSpc>
              <a:buNone/>
              <a:defRPr sz="3150" b="1">
                <a:solidFill>
                  <a:srgbClr val="2456A6"/>
                </a:solidFill>
                <a:latin typeface="Arial"/>
                <a:ea typeface="Arial"/>
                <a:cs typeface="Arial"/>
              </a:defRPr>
            </a:pPr>
            <a:r>
              <a:rPr sz="3150" b="1">
                <a:solidFill>
                  <a:srgbClr val="2456A6"/>
                </a:solidFill>
                <a:latin typeface="Arial"/>
                <a:ea typeface="Arial"/>
                <a:cs typeface="Arial"/>
              </a:rPr>
              <a:t>06</a:t>
            </a:r>
          </a:p>
        </p:txBody>
      </p:sp>
      <p:sp>
        <p:nvSpPr>
          <p:cNvPr id="13" name="paso-nombre-5">
            <a:extLst xmlns:a="http://schemas.openxmlformats.org/drawingml/2006/main">
              <a:ext uri="{FF2B5EF4-FFF2-40B4-BE49-F238E27FC236}">
                <a16:creationId xmlns:a16="http://schemas.microsoft.com/office/drawing/2014/main" id="{D0F5B3B7-AB40-496F-8DC2-1D7A17CB4699}"/>
              </a:ext>
            </a:extLst>
          </p:cNvPr>
          <p:cNvSpPr>
            <a:spLocks xmlns:a="http://schemas.openxmlformats.org/drawingml/2006/main" noGrp="1"/>
          </p:cNvSpPr>
          <p:nvPr/>
        </p:nvSpPr>
        <p:spPr>
          <a:xfrm xmlns:a="http://schemas.openxmlformats.org/drawingml/2006/main">
            <a:off x="3448050" y="4457700"/>
            <a:ext cx="24574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11233E"/>
                </a:solidFill>
                <a:latin typeface="Arial"/>
                <a:ea typeface="Arial"/>
                <a:cs typeface="Arial"/>
              </a:defRPr>
            </a:defPPr>
            <a:lvl1pPr algn="l">
              <a:defRPr sz="2325" b="0">
                <a:solidFill>
                  <a:srgbClr val="11233E"/>
                </a:solidFill>
                <a:latin typeface="Arial"/>
                <a:ea typeface="Arial"/>
                <a:cs typeface="Arial"/>
              </a:defRPr>
            </a:lvl1pPr>
            <a:lvl2pPr algn="l">
              <a:defRPr sz="2325" b="0">
                <a:solidFill>
                  <a:srgbClr val="11233E"/>
                </a:solidFill>
                <a:latin typeface="Arial"/>
                <a:ea typeface="Arial"/>
                <a:cs typeface="Arial"/>
              </a:defRPr>
            </a:lvl2pPr>
            <a:lvl3pPr algn="l">
              <a:defRPr sz="2325" b="0">
                <a:solidFill>
                  <a:srgbClr val="11233E"/>
                </a:solidFill>
                <a:latin typeface="Arial"/>
                <a:ea typeface="Arial"/>
                <a:cs typeface="Arial"/>
              </a:defRPr>
            </a:lvl3pPr>
            <a:lvl4pPr algn="l">
              <a:defRPr sz="2325" b="0">
                <a:solidFill>
                  <a:srgbClr val="11233E"/>
                </a:solidFill>
                <a:latin typeface="Arial"/>
                <a:ea typeface="Arial"/>
                <a:cs typeface="Arial"/>
              </a:defRPr>
            </a:lvl4pPr>
            <a:lvl5pPr algn="l">
              <a:defRPr sz="2325" b="0">
                <a:solidFill>
                  <a:srgbClr val="11233E"/>
                </a:solidFill>
                <a:latin typeface="Arial"/>
                <a:ea typeface="Arial"/>
                <a:cs typeface="Arial"/>
              </a:defRPr>
            </a:lvl5pPr>
            <a:lvl6pPr algn="l">
              <a:defRPr sz="2325" b="0">
                <a:solidFill>
                  <a:srgbClr val="11233E"/>
                </a:solidFill>
                <a:latin typeface="Arial"/>
                <a:ea typeface="Arial"/>
                <a:cs typeface="Arial"/>
              </a:defRPr>
            </a:lvl6pPr>
            <a:lvl7pPr algn="l">
              <a:defRPr sz="2325" b="0">
                <a:solidFill>
                  <a:srgbClr val="11233E"/>
                </a:solidFill>
                <a:latin typeface="Arial"/>
                <a:ea typeface="Arial"/>
                <a:cs typeface="Arial"/>
              </a:defRPr>
            </a:lvl7pPr>
            <a:lvl8pPr algn="l">
              <a:defRPr sz="2325" b="0">
                <a:solidFill>
                  <a:srgbClr val="11233E"/>
                </a:solidFill>
                <a:latin typeface="Arial"/>
                <a:ea typeface="Arial"/>
                <a:cs typeface="Arial"/>
              </a:defRPr>
            </a:lvl8pPr>
            <a:lvl9pPr algn="l">
              <a:defRPr sz="2325" b="0">
                <a:solidFill>
                  <a:srgbClr val="11233E"/>
                </a:solidFill>
                <a:latin typeface="Arial"/>
                <a:ea typeface="Arial"/>
                <a:cs typeface="Arial"/>
              </a:defRPr>
            </a:lvl9pPr>
          </a:lstStyle>
          <a:p xmlns:a="http://schemas.openxmlformats.org/drawingml/2006/main">
            <a:pPr algn="l">
              <a:lnSpc>
                <a:spcPct val="108000"/>
              </a:lnSpc>
              <a:buNone/>
              <a:defRPr sz="2325" b="0">
                <a:solidFill>
                  <a:srgbClr val="11233E"/>
                </a:solidFill>
                <a:latin typeface="Arial"/>
                <a:ea typeface="Arial"/>
                <a:cs typeface="Arial"/>
              </a:defRPr>
            </a:pPr>
            <a:r>
              <a:rPr sz="2325" b="0">
                <a:solidFill>
                  <a:srgbClr val="11233E"/>
                </a:solidFill>
                <a:latin typeface="Arial"/>
                <a:ea typeface="Arial"/>
                <a:cs typeface="Arial"/>
              </a:rPr>
              <a:t>Implementación</a:t>
            </a:r>
          </a:p>
        </p:txBody>
      </p:sp>
      <p:sp>
        <p:nvSpPr>
          <p:cNvPr id="14" name="paso-numero-6">
            <a:extLst xmlns:a="http://schemas.openxmlformats.org/drawingml/2006/main">
              <a:ext uri="{FF2B5EF4-FFF2-40B4-BE49-F238E27FC236}">
                <a16:creationId xmlns:a16="http://schemas.microsoft.com/office/drawing/2014/main" id="{68A1A106-A385-4A89-B177-81E8B4DA6B0D}"/>
              </a:ext>
            </a:extLst>
          </p:cNvPr>
          <p:cNvSpPr>
            <a:spLocks xmlns:a="http://schemas.openxmlformats.org/drawingml/2006/main" noGrp="1"/>
          </p:cNvSpPr>
          <p:nvPr/>
        </p:nvSpPr>
        <p:spPr>
          <a:xfrm xmlns:a="http://schemas.openxmlformats.org/drawingml/2006/main">
            <a:off x="6286500" y="3819525"/>
            <a:ext cx="2286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2456A6"/>
                </a:solidFill>
                <a:latin typeface="Arial"/>
                <a:ea typeface="Arial"/>
                <a:cs typeface="Arial"/>
              </a:defRPr>
            </a:defPPr>
            <a:lvl1pPr algn="l">
              <a:defRPr sz="3150" b="1">
                <a:solidFill>
                  <a:srgbClr val="2456A6"/>
                </a:solidFill>
                <a:latin typeface="Arial"/>
                <a:ea typeface="Arial"/>
                <a:cs typeface="Arial"/>
              </a:defRPr>
            </a:lvl1pPr>
            <a:lvl2pPr algn="l">
              <a:defRPr sz="3150" b="1">
                <a:solidFill>
                  <a:srgbClr val="2456A6"/>
                </a:solidFill>
                <a:latin typeface="Arial"/>
                <a:ea typeface="Arial"/>
                <a:cs typeface="Arial"/>
              </a:defRPr>
            </a:lvl2pPr>
            <a:lvl3pPr algn="l">
              <a:defRPr sz="3150" b="1">
                <a:solidFill>
                  <a:srgbClr val="2456A6"/>
                </a:solidFill>
                <a:latin typeface="Arial"/>
                <a:ea typeface="Arial"/>
                <a:cs typeface="Arial"/>
              </a:defRPr>
            </a:lvl3pPr>
            <a:lvl4pPr algn="l">
              <a:defRPr sz="3150" b="1">
                <a:solidFill>
                  <a:srgbClr val="2456A6"/>
                </a:solidFill>
                <a:latin typeface="Arial"/>
                <a:ea typeface="Arial"/>
                <a:cs typeface="Arial"/>
              </a:defRPr>
            </a:lvl4pPr>
            <a:lvl5pPr algn="l">
              <a:defRPr sz="3150" b="1">
                <a:solidFill>
                  <a:srgbClr val="2456A6"/>
                </a:solidFill>
                <a:latin typeface="Arial"/>
                <a:ea typeface="Arial"/>
                <a:cs typeface="Arial"/>
              </a:defRPr>
            </a:lvl5pPr>
            <a:lvl6pPr algn="l">
              <a:defRPr sz="3150" b="1">
                <a:solidFill>
                  <a:srgbClr val="2456A6"/>
                </a:solidFill>
                <a:latin typeface="Arial"/>
                <a:ea typeface="Arial"/>
                <a:cs typeface="Arial"/>
              </a:defRPr>
            </a:lvl6pPr>
            <a:lvl7pPr algn="l">
              <a:defRPr sz="3150" b="1">
                <a:solidFill>
                  <a:srgbClr val="2456A6"/>
                </a:solidFill>
                <a:latin typeface="Arial"/>
                <a:ea typeface="Arial"/>
                <a:cs typeface="Arial"/>
              </a:defRPr>
            </a:lvl7pPr>
            <a:lvl8pPr algn="l">
              <a:defRPr sz="3150" b="1">
                <a:solidFill>
                  <a:srgbClr val="2456A6"/>
                </a:solidFill>
                <a:latin typeface="Arial"/>
                <a:ea typeface="Arial"/>
                <a:cs typeface="Arial"/>
              </a:defRPr>
            </a:lvl8pPr>
            <a:lvl9pPr algn="l">
              <a:defRPr sz="3150" b="1">
                <a:solidFill>
                  <a:srgbClr val="2456A6"/>
                </a:solidFill>
                <a:latin typeface="Arial"/>
                <a:ea typeface="Arial"/>
                <a:cs typeface="Arial"/>
              </a:defRPr>
            </a:lvl9pPr>
          </a:lstStyle>
          <a:p xmlns:a="http://schemas.openxmlformats.org/drawingml/2006/main">
            <a:pPr algn="l">
              <a:lnSpc>
                <a:spcPct val="108000"/>
              </a:lnSpc>
              <a:buNone/>
              <a:defRPr sz="3150" b="1">
                <a:solidFill>
                  <a:srgbClr val="2456A6"/>
                </a:solidFill>
                <a:latin typeface="Arial"/>
                <a:ea typeface="Arial"/>
                <a:cs typeface="Arial"/>
              </a:defRPr>
            </a:pPr>
            <a:r>
              <a:rPr sz="3150" b="1">
                <a:solidFill>
                  <a:srgbClr val="2456A6"/>
                </a:solidFill>
                <a:latin typeface="Arial"/>
                <a:ea typeface="Arial"/>
                <a:cs typeface="Arial"/>
              </a:rPr>
              <a:t>07</a:t>
            </a:r>
          </a:p>
        </p:txBody>
      </p:sp>
      <p:sp>
        <p:nvSpPr>
          <p:cNvPr id="15" name="paso-nombre-6">
            <a:extLst xmlns:a="http://schemas.openxmlformats.org/drawingml/2006/main">
              <a:ext uri="{FF2B5EF4-FFF2-40B4-BE49-F238E27FC236}">
                <a16:creationId xmlns:a16="http://schemas.microsoft.com/office/drawing/2014/main" id="{CA9C229C-9747-4EE7-AA15-070ACC0C87B1}"/>
              </a:ext>
            </a:extLst>
          </p:cNvPr>
          <p:cNvSpPr>
            <a:spLocks xmlns:a="http://schemas.openxmlformats.org/drawingml/2006/main" noGrp="1"/>
          </p:cNvSpPr>
          <p:nvPr/>
        </p:nvSpPr>
        <p:spPr>
          <a:xfrm xmlns:a="http://schemas.openxmlformats.org/drawingml/2006/main">
            <a:off x="6286500" y="4457700"/>
            <a:ext cx="24574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11233E"/>
                </a:solidFill>
                <a:latin typeface="Arial"/>
                <a:ea typeface="Arial"/>
                <a:cs typeface="Arial"/>
              </a:defRPr>
            </a:defPPr>
            <a:lvl1pPr algn="l">
              <a:defRPr sz="2325" b="0">
                <a:solidFill>
                  <a:srgbClr val="11233E"/>
                </a:solidFill>
                <a:latin typeface="Arial"/>
                <a:ea typeface="Arial"/>
                <a:cs typeface="Arial"/>
              </a:defRPr>
            </a:lvl1pPr>
            <a:lvl2pPr algn="l">
              <a:defRPr sz="2325" b="0">
                <a:solidFill>
                  <a:srgbClr val="11233E"/>
                </a:solidFill>
                <a:latin typeface="Arial"/>
                <a:ea typeface="Arial"/>
                <a:cs typeface="Arial"/>
              </a:defRPr>
            </a:lvl2pPr>
            <a:lvl3pPr algn="l">
              <a:defRPr sz="2325" b="0">
                <a:solidFill>
                  <a:srgbClr val="11233E"/>
                </a:solidFill>
                <a:latin typeface="Arial"/>
                <a:ea typeface="Arial"/>
                <a:cs typeface="Arial"/>
              </a:defRPr>
            </a:lvl3pPr>
            <a:lvl4pPr algn="l">
              <a:defRPr sz="2325" b="0">
                <a:solidFill>
                  <a:srgbClr val="11233E"/>
                </a:solidFill>
                <a:latin typeface="Arial"/>
                <a:ea typeface="Arial"/>
                <a:cs typeface="Arial"/>
              </a:defRPr>
            </a:lvl4pPr>
            <a:lvl5pPr algn="l">
              <a:defRPr sz="2325" b="0">
                <a:solidFill>
                  <a:srgbClr val="11233E"/>
                </a:solidFill>
                <a:latin typeface="Arial"/>
                <a:ea typeface="Arial"/>
                <a:cs typeface="Arial"/>
              </a:defRPr>
            </a:lvl5pPr>
            <a:lvl6pPr algn="l">
              <a:defRPr sz="2325" b="0">
                <a:solidFill>
                  <a:srgbClr val="11233E"/>
                </a:solidFill>
                <a:latin typeface="Arial"/>
                <a:ea typeface="Arial"/>
                <a:cs typeface="Arial"/>
              </a:defRPr>
            </a:lvl6pPr>
            <a:lvl7pPr algn="l">
              <a:defRPr sz="2325" b="0">
                <a:solidFill>
                  <a:srgbClr val="11233E"/>
                </a:solidFill>
                <a:latin typeface="Arial"/>
                <a:ea typeface="Arial"/>
                <a:cs typeface="Arial"/>
              </a:defRPr>
            </a:lvl7pPr>
            <a:lvl8pPr algn="l">
              <a:defRPr sz="2325" b="0">
                <a:solidFill>
                  <a:srgbClr val="11233E"/>
                </a:solidFill>
                <a:latin typeface="Arial"/>
                <a:ea typeface="Arial"/>
                <a:cs typeface="Arial"/>
              </a:defRPr>
            </a:lvl8pPr>
            <a:lvl9pPr algn="l">
              <a:defRPr sz="2325" b="0">
                <a:solidFill>
                  <a:srgbClr val="11233E"/>
                </a:solidFill>
                <a:latin typeface="Arial"/>
                <a:ea typeface="Arial"/>
                <a:cs typeface="Arial"/>
              </a:defRPr>
            </a:lvl9pPr>
          </a:lstStyle>
          <a:p xmlns:a="http://schemas.openxmlformats.org/drawingml/2006/main">
            <a:pPr algn="l">
              <a:lnSpc>
                <a:spcPct val="108000"/>
              </a:lnSpc>
              <a:buNone/>
              <a:defRPr sz="2325" b="0">
                <a:solidFill>
                  <a:srgbClr val="11233E"/>
                </a:solidFill>
                <a:latin typeface="Arial"/>
                <a:ea typeface="Arial"/>
                <a:cs typeface="Arial"/>
              </a:defRPr>
            </a:pPr>
            <a:r>
              <a:rPr sz="2325" b="0">
                <a:solidFill>
                  <a:srgbClr val="11233E"/>
                </a:solidFill>
                <a:latin typeface="Arial"/>
                <a:ea typeface="Arial"/>
                <a:cs typeface="Arial"/>
              </a:rPr>
              <a:t>Verificación y pruebas</a:t>
            </a:r>
          </a:p>
        </p:txBody>
      </p:sp>
      <p:sp>
        <p:nvSpPr>
          <p:cNvPr id="16" name="paso-numero-7">
            <a:extLst xmlns:a="http://schemas.openxmlformats.org/drawingml/2006/main">
              <a:ext uri="{FF2B5EF4-FFF2-40B4-BE49-F238E27FC236}">
                <a16:creationId xmlns:a16="http://schemas.microsoft.com/office/drawing/2014/main" id="{2B17B5A4-C467-41D4-966D-67B6CD042BE6}"/>
              </a:ext>
            </a:extLst>
          </p:cNvPr>
          <p:cNvSpPr>
            <a:spLocks xmlns:a="http://schemas.openxmlformats.org/drawingml/2006/main" noGrp="1"/>
          </p:cNvSpPr>
          <p:nvPr/>
        </p:nvSpPr>
        <p:spPr>
          <a:xfrm xmlns:a="http://schemas.openxmlformats.org/drawingml/2006/main">
            <a:off x="9124950" y="3819525"/>
            <a:ext cx="2286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2456A6"/>
                </a:solidFill>
                <a:latin typeface="Arial"/>
                <a:ea typeface="Arial"/>
                <a:cs typeface="Arial"/>
              </a:defRPr>
            </a:defPPr>
            <a:lvl1pPr algn="l">
              <a:defRPr sz="3150" b="1">
                <a:solidFill>
                  <a:srgbClr val="2456A6"/>
                </a:solidFill>
                <a:latin typeface="Arial"/>
                <a:ea typeface="Arial"/>
                <a:cs typeface="Arial"/>
              </a:defRPr>
            </a:lvl1pPr>
            <a:lvl2pPr algn="l">
              <a:defRPr sz="3150" b="1">
                <a:solidFill>
                  <a:srgbClr val="2456A6"/>
                </a:solidFill>
                <a:latin typeface="Arial"/>
                <a:ea typeface="Arial"/>
                <a:cs typeface="Arial"/>
              </a:defRPr>
            </a:lvl2pPr>
            <a:lvl3pPr algn="l">
              <a:defRPr sz="3150" b="1">
                <a:solidFill>
                  <a:srgbClr val="2456A6"/>
                </a:solidFill>
                <a:latin typeface="Arial"/>
                <a:ea typeface="Arial"/>
                <a:cs typeface="Arial"/>
              </a:defRPr>
            </a:lvl3pPr>
            <a:lvl4pPr algn="l">
              <a:defRPr sz="3150" b="1">
                <a:solidFill>
                  <a:srgbClr val="2456A6"/>
                </a:solidFill>
                <a:latin typeface="Arial"/>
                <a:ea typeface="Arial"/>
                <a:cs typeface="Arial"/>
              </a:defRPr>
            </a:lvl4pPr>
            <a:lvl5pPr algn="l">
              <a:defRPr sz="3150" b="1">
                <a:solidFill>
                  <a:srgbClr val="2456A6"/>
                </a:solidFill>
                <a:latin typeface="Arial"/>
                <a:ea typeface="Arial"/>
                <a:cs typeface="Arial"/>
              </a:defRPr>
            </a:lvl5pPr>
            <a:lvl6pPr algn="l">
              <a:defRPr sz="3150" b="1">
                <a:solidFill>
                  <a:srgbClr val="2456A6"/>
                </a:solidFill>
                <a:latin typeface="Arial"/>
                <a:ea typeface="Arial"/>
                <a:cs typeface="Arial"/>
              </a:defRPr>
            </a:lvl6pPr>
            <a:lvl7pPr algn="l">
              <a:defRPr sz="3150" b="1">
                <a:solidFill>
                  <a:srgbClr val="2456A6"/>
                </a:solidFill>
                <a:latin typeface="Arial"/>
                <a:ea typeface="Arial"/>
                <a:cs typeface="Arial"/>
              </a:defRPr>
            </a:lvl7pPr>
            <a:lvl8pPr algn="l">
              <a:defRPr sz="3150" b="1">
                <a:solidFill>
                  <a:srgbClr val="2456A6"/>
                </a:solidFill>
                <a:latin typeface="Arial"/>
                <a:ea typeface="Arial"/>
                <a:cs typeface="Arial"/>
              </a:defRPr>
            </a:lvl8pPr>
            <a:lvl9pPr algn="l">
              <a:defRPr sz="3150" b="1">
                <a:solidFill>
                  <a:srgbClr val="2456A6"/>
                </a:solidFill>
                <a:latin typeface="Arial"/>
                <a:ea typeface="Arial"/>
                <a:cs typeface="Arial"/>
              </a:defRPr>
            </a:lvl9pPr>
          </a:lstStyle>
          <a:p xmlns:a="http://schemas.openxmlformats.org/drawingml/2006/main">
            <a:pPr algn="l">
              <a:lnSpc>
                <a:spcPct val="108000"/>
              </a:lnSpc>
              <a:buNone/>
              <a:defRPr sz="3150" b="1">
                <a:solidFill>
                  <a:srgbClr val="2456A6"/>
                </a:solidFill>
                <a:latin typeface="Arial"/>
                <a:ea typeface="Arial"/>
                <a:cs typeface="Arial"/>
              </a:defRPr>
            </a:pPr>
            <a:r>
              <a:rPr sz="3150" b="1">
                <a:solidFill>
                  <a:srgbClr val="2456A6"/>
                </a:solidFill>
                <a:latin typeface="Arial"/>
                <a:ea typeface="Arial"/>
                <a:cs typeface="Arial"/>
              </a:rPr>
              <a:t>08</a:t>
            </a:r>
          </a:p>
        </p:txBody>
      </p:sp>
      <p:sp>
        <p:nvSpPr>
          <p:cNvPr id="17" name="paso-nombre-7">
            <a:extLst xmlns:a="http://schemas.openxmlformats.org/drawingml/2006/main">
              <a:ext uri="{FF2B5EF4-FFF2-40B4-BE49-F238E27FC236}">
                <a16:creationId xmlns:a16="http://schemas.microsoft.com/office/drawing/2014/main" id="{AB1B6D1B-C725-41AC-82E3-5E6E1FBE8261}"/>
              </a:ext>
            </a:extLst>
          </p:cNvPr>
          <p:cNvSpPr>
            <a:spLocks xmlns:a="http://schemas.openxmlformats.org/drawingml/2006/main" noGrp="1"/>
          </p:cNvSpPr>
          <p:nvPr/>
        </p:nvSpPr>
        <p:spPr>
          <a:xfrm xmlns:a="http://schemas.openxmlformats.org/drawingml/2006/main">
            <a:off x="9124950" y="4457700"/>
            <a:ext cx="24574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11233E"/>
                </a:solidFill>
                <a:latin typeface="Arial"/>
                <a:ea typeface="Arial"/>
                <a:cs typeface="Arial"/>
              </a:defRPr>
            </a:defPPr>
            <a:lvl1pPr algn="l">
              <a:defRPr sz="2325" b="0">
                <a:solidFill>
                  <a:srgbClr val="11233E"/>
                </a:solidFill>
                <a:latin typeface="Arial"/>
                <a:ea typeface="Arial"/>
                <a:cs typeface="Arial"/>
              </a:defRPr>
            </a:lvl1pPr>
            <a:lvl2pPr algn="l">
              <a:defRPr sz="2325" b="0">
                <a:solidFill>
                  <a:srgbClr val="11233E"/>
                </a:solidFill>
                <a:latin typeface="Arial"/>
                <a:ea typeface="Arial"/>
                <a:cs typeface="Arial"/>
              </a:defRPr>
            </a:lvl2pPr>
            <a:lvl3pPr algn="l">
              <a:defRPr sz="2325" b="0">
                <a:solidFill>
                  <a:srgbClr val="11233E"/>
                </a:solidFill>
                <a:latin typeface="Arial"/>
                <a:ea typeface="Arial"/>
                <a:cs typeface="Arial"/>
              </a:defRPr>
            </a:lvl3pPr>
            <a:lvl4pPr algn="l">
              <a:defRPr sz="2325" b="0">
                <a:solidFill>
                  <a:srgbClr val="11233E"/>
                </a:solidFill>
                <a:latin typeface="Arial"/>
                <a:ea typeface="Arial"/>
                <a:cs typeface="Arial"/>
              </a:defRPr>
            </a:lvl4pPr>
            <a:lvl5pPr algn="l">
              <a:defRPr sz="2325" b="0">
                <a:solidFill>
                  <a:srgbClr val="11233E"/>
                </a:solidFill>
                <a:latin typeface="Arial"/>
                <a:ea typeface="Arial"/>
                <a:cs typeface="Arial"/>
              </a:defRPr>
            </a:lvl5pPr>
            <a:lvl6pPr algn="l">
              <a:defRPr sz="2325" b="0">
                <a:solidFill>
                  <a:srgbClr val="11233E"/>
                </a:solidFill>
                <a:latin typeface="Arial"/>
                <a:ea typeface="Arial"/>
                <a:cs typeface="Arial"/>
              </a:defRPr>
            </a:lvl6pPr>
            <a:lvl7pPr algn="l">
              <a:defRPr sz="2325" b="0">
                <a:solidFill>
                  <a:srgbClr val="11233E"/>
                </a:solidFill>
                <a:latin typeface="Arial"/>
                <a:ea typeface="Arial"/>
                <a:cs typeface="Arial"/>
              </a:defRPr>
            </a:lvl7pPr>
            <a:lvl8pPr algn="l">
              <a:defRPr sz="2325" b="0">
                <a:solidFill>
                  <a:srgbClr val="11233E"/>
                </a:solidFill>
                <a:latin typeface="Arial"/>
                <a:ea typeface="Arial"/>
                <a:cs typeface="Arial"/>
              </a:defRPr>
            </a:lvl8pPr>
            <a:lvl9pPr algn="l">
              <a:defRPr sz="2325" b="0">
                <a:solidFill>
                  <a:srgbClr val="11233E"/>
                </a:solidFill>
                <a:latin typeface="Arial"/>
                <a:ea typeface="Arial"/>
                <a:cs typeface="Arial"/>
              </a:defRPr>
            </a:lvl9pPr>
          </a:lstStyle>
          <a:p xmlns:a="http://schemas.openxmlformats.org/drawingml/2006/main">
            <a:pPr algn="l">
              <a:lnSpc>
                <a:spcPct val="108000"/>
              </a:lnSpc>
              <a:buNone/>
              <a:defRPr sz="2325" b="0">
                <a:solidFill>
                  <a:srgbClr val="11233E"/>
                </a:solidFill>
                <a:latin typeface="Arial"/>
                <a:ea typeface="Arial"/>
                <a:cs typeface="Arial"/>
              </a:defRPr>
            </a:pPr>
            <a:r>
              <a:rPr sz="2325" b="0">
                <a:solidFill>
                  <a:srgbClr val="11233E"/>
                </a:solidFill>
                <a:latin typeface="Arial"/>
                <a:ea typeface="Arial"/>
                <a:cs typeface="Arial"/>
              </a:rPr>
              <a:t>Registro y cierre</a:t>
            </a:r>
          </a:p>
        </p:txBody>
      </p:sp>
      <p:sp>
        <p:nvSpPr>
          <p:cNvPr id="18" name="ejemplo-visible">
            <a:extLst xmlns:a="http://schemas.openxmlformats.org/drawingml/2006/main">
              <a:ext uri="{FF2B5EF4-FFF2-40B4-BE49-F238E27FC236}">
                <a16:creationId xmlns:a16="http://schemas.microsoft.com/office/drawing/2014/main" id="{D66A5EA6-DCFD-45EB-9250-CE5921FD9DF3}"/>
              </a:ext>
            </a:extLst>
          </p:cNvPr>
          <p:cNvSpPr>
            <a:spLocks xmlns:a="http://schemas.openxmlformats.org/drawingml/2006/main" noGrp="1"/>
          </p:cNvSpPr>
          <p:nvPr/>
        </p:nvSpPr>
        <p:spPr>
          <a:xfrm xmlns:a="http://schemas.openxmlformats.org/drawingml/2006/main">
            <a:off x="609600" y="5743575"/>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A75C32"/>
                </a:solidFill>
                <a:latin typeface="Arial"/>
                <a:ea typeface="Arial"/>
                <a:cs typeface="Arial"/>
              </a:defRPr>
            </a:defPPr>
            <a:lvl1pPr algn="l">
              <a:defRPr sz="2175" b="0">
                <a:solidFill>
                  <a:srgbClr val="A75C32"/>
                </a:solidFill>
                <a:latin typeface="Arial"/>
                <a:ea typeface="Arial"/>
                <a:cs typeface="Arial"/>
              </a:defRPr>
            </a:lvl1pPr>
            <a:lvl2pPr algn="l">
              <a:defRPr sz="2175" b="0">
                <a:solidFill>
                  <a:srgbClr val="A75C32"/>
                </a:solidFill>
                <a:latin typeface="Arial"/>
                <a:ea typeface="Arial"/>
                <a:cs typeface="Arial"/>
              </a:defRPr>
            </a:lvl2pPr>
            <a:lvl3pPr algn="l">
              <a:defRPr sz="2175" b="0">
                <a:solidFill>
                  <a:srgbClr val="A75C32"/>
                </a:solidFill>
                <a:latin typeface="Arial"/>
                <a:ea typeface="Arial"/>
                <a:cs typeface="Arial"/>
              </a:defRPr>
            </a:lvl3pPr>
            <a:lvl4pPr algn="l">
              <a:defRPr sz="2175" b="0">
                <a:solidFill>
                  <a:srgbClr val="A75C32"/>
                </a:solidFill>
                <a:latin typeface="Arial"/>
                <a:ea typeface="Arial"/>
                <a:cs typeface="Arial"/>
              </a:defRPr>
            </a:lvl4pPr>
            <a:lvl5pPr algn="l">
              <a:defRPr sz="2175" b="0">
                <a:solidFill>
                  <a:srgbClr val="A75C32"/>
                </a:solidFill>
                <a:latin typeface="Arial"/>
                <a:ea typeface="Arial"/>
                <a:cs typeface="Arial"/>
              </a:defRPr>
            </a:lvl5pPr>
            <a:lvl6pPr algn="l">
              <a:defRPr sz="2175" b="0">
                <a:solidFill>
                  <a:srgbClr val="A75C32"/>
                </a:solidFill>
                <a:latin typeface="Arial"/>
                <a:ea typeface="Arial"/>
                <a:cs typeface="Arial"/>
              </a:defRPr>
            </a:lvl6pPr>
            <a:lvl7pPr algn="l">
              <a:defRPr sz="2175" b="0">
                <a:solidFill>
                  <a:srgbClr val="A75C32"/>
                </a:solidFill>
                <a:latin typeface="Arial"/>
                <a:ea typeface="Arial"/>
                <a:cs typeface="Arial"/>
              </a:defRPr>
            </a:lvl7pPr>
            <a:lvl8pPr algn="l">
              <a:defRPr sz="2175" b="0">
                <a:solidFill>
                  <a:srgbClr val="A75C32"/>
                </a:solidFill>
                <a:latin typeface="Arial"/>
                <a:ea typeface="Arial"/>
                <a:cs typeface="Arial"/>
              </a:defRPr>
            </a:lvl8pPr>
            <a:lvl9pPr algn="l">
              <a:defRPr sz="2175" b="0">
                <a:solidFill>
                  <a:srgbClr val="A75C32"/>
                </a:solidFill>
                <a:latin typeface="Arial"/>
                <a:ea typeface="Arial"/>
                <a:cs typeface="Arial"/>
              </a:defRPr>
            </a:lvl9pPr>
          </a:lstStyle>
          <a:p xmlns:a="http://schemas.openxmlformats.org/drawingml/2006/main">
            <a:pPr algn="l">
              <a:lnSpc>
                <a:spcPct val="108000"/>
              </a:lnSpc>
              <a:buNone/>
              <a:defRPr sz="2175" b="0">
                <a:solidFill>
                  <a:srgbClr val="A75C32"/>
                </a:solidFill>
                <a:latin typeface="Arial"/>
                <a:ea typeface="Arial"/>
                <a:cs typeface="Arial"/>
              </a:defRPr>
            </a:pPr>
            <a:r>
              <a:rPr sz="2175" b="0">
                <a:solidFill>
                  <a:srgbClr val="A75C32"/>
                </a:solidFill>
                <a:latin typeface="Arial"/>
                <a:ea typeface="Arial"/>
                <a:cs typeface="Arial"/>
              </a:rPr>
              <a:t>La misma petición conserva su identidad mientras se analiza, decide, desarrolla y comprueba.</a:t>
            </a:r>
          </a:p>
        </p:txBody>
      </p:sp>
      <p:sp>
        <p:nvSpPr>
          <p:cNvPr id="19" name="numero-pagina">
            <a:extLst xmlns:a="http://schemas.openxmlformats.org/drawingml/2006/main">
              <a:ext uri="{FF2B5EF4-FFF2-40B4-BE49-F238E27FC236}">
                <a16:creationId xmlns:a16="http://schemas.microsoft.com/office/drawing/2014/main" id="{5471C625-3F26-49F8-AFE4-79EE4AB8C4C2}"/>
              </a:ext>
            </a:extLst>
          </p:cNvPr>
          <p:cNvSpPr>
            <a:spLocks xmlns:a="http://schemas.openxmlformats.org/drawingml/2006/main" noGrp="1"/>
          </p:cNvSpPr>
          <p:nvPr/>
        </p:nvSpPr>
        <p:spPr>
          <a:xfrm xmlns:a="http://schemas.openxmlformats.org/drawingml/2006/main">
            <a:off x="10972800" y="6400800"/>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11233E"/>
                </a:solidFill>
                <a:latin typeface="Arial"/>
                <a:ea typeface="Arial"/>
                <a:cs typeface="Arial"/>
              </a:defRPr>
            </a:defPPr>
            <a:lvl1pPr algn="r">
              <a:defRPr sz="1350" b="0">
                <a:solidFill>
                  <a:srgbClr val="11233E"/>
                </a:solidFill>
                <a:latin typeface="Arial"/>
                <a:ea typeface="Arial"/>
                <a:cs typeface="Arial"/>
              </a:defRPr>
            </a:lvl1pPr>
            <a:lvl2pPr algn="r">
              <a:defRPr sz="1350" b="0">
                <a:solidFill>
                  <a:srgbClr val="11233E"/>
                </a:solidFill>
                <a:latin typeface="Arial"/>
                <a:ea typeface="Arial"/>
                <a:cs typeface="Arial"/>
              </a:defRPr>
            </a:lvl2pPr>
            <a:lvl3pPr algn="r">
              <a:defRPr sz="1350" b="0">
                <a:solidFill>
                  <a:srgbClr val="11233E"/>
                </a:solidFill>
                <a:latin typeface="Arial"/>
                <a:ea typeface="Arial"/>
                <a:cs typeface="Arial"/>
              </a:defRPr>
            </a:lvl3pPr>
            <a:lvl4pPr algn="r">
              <a:defRPr sz="1350" b="0">
                <a:solidFill>
                  <a:srgbClr val="11233E"/>
                </a:solidFill>
                <a:latin typeface="Arial"/>
                <a:ea typeface="Arial"/>
                <a:cs typeface="Arial"/>
              </a:defRPr>
            </a:lvl4pPr>
            <a:lvl5pPr algn="r">
              <a:defRPr sz="1350" b="0">
                <a:solidFill>
                  <a:srgbClr val="11233E"/>
                </a:solidFill>
                <a:latin typeface="Arial"/>
                <a:ea typeface="Arial"/>
                <a:cs typeface="Arial"/>
              </a:defRPr>
            </a:lvl5pPr>
            <a:lvl6pPr algn="r">
              <a:defRPr sz="1350" b="0">
                <a:solidFill>
                  <a:srgbClr val="11233E"/>
                </a:solidFill>
                <a:latin typeface="Arial"/>
                <a:ea typeface="Arial"/>
                <a:cs typeface="Arial"/>
              </a:defRPr>
            </a:lvl6pPr>
            <a:lvl7pPr algn="r">
              <a:defRPr sz="1350" b="0">
                <a:solidFill>
                  <a:srgbClr val="11233E"/>
                </a:solidFill>
                <a:latin typeface="Arial"/>
                <a:ea typeface="Arial"/>
                <a:cs typeface="Arial"/>
              </a:defRPr>
            </a:lvl7pPr>
            <a:lvl8pPr algn="r">
              <a:defRPr sz="1350" b="0">
                <a:solidFill>
                  <a:srgbClr val="11233E"/>
                </a:solidFill>
                <a:latin typeface="Arial"/>
                <a:ea typeface="Arial"/>
                <a:cs typeface="Arial"/>
              </a:defRPr>
            </a:lvl8pPr>
            <a:lvl9pPr algn="r">
              <a:defRPr sz="1350" b="0">
                <a:solidFill>
                  <a:srgbClr val="11233E"/>
                </a:solidFill>
                <a:latin typeface="Arial"/>
                <a:ea typeface="Arial"/>
                <a:cs typeface="Arial"/>
              </a:defRPr>
            </a:lvl9pPr>
          </a:lstStyle>
          <a:p xmlns:a="http://schemas.openxmlformats.org/drawingml/2006/main">
            <a:pPr algn="r">
              <a:lnSpc>
                <a:spcPct val="108000"/>
              </a:lnSpc>
              <a:buNone/>
              <a:defRPr sz="1350" b="0">
                <a:solidFill>
                  <a:srgbClr val="11233E"/>
                </a:solidFill>
                <a:latin typeface="Arial"/>
                <a:ea typeface="Arial"/>
                <a:cs typeface="Arial"/>
              </a:defRPr>
            </a:pPr>
            <a:r>
              <a:rPr sz="1350" b="0">
                <a:solidFill>
                  <a:srgbClr val="11233E"/>
                </a:solidFill>
                <a:latin typeface="Arial"/>
                <a:ea typeface="Arial"/>
                <a:cs typeface="Arial"/>
              </a:rPr>
              <a:t>07</a:t>
            </a:r>
          </a:p>
        </p:txBody>
      </p:sp>
    </p:spTree>
    <p:extLst>
      <p:ext uri="{BB962C8B-B14F-4D97-AF65-F5344CB8AC3E}">
        <p14:creationId xmlns:p14="http://schemas.microsoft.com/office/powerpoint/2010/main" val="1133436870"/>
      </p:ext>
    </p:extLst>
  </p:cSld>
</p:sld>
</file>

<file path=ppt/slides/slide8.xml><?xml version="1.0" encoding="utf-8"?>
<p:sld xmlns:p="http://schemas.openxmlformats.org/presentationml/2006/main">
  <p:cSld>
    <p:bg>
      <p:bgPr>
        <a:solidFill xmlns:a="http://schemas.openxmlformats.org/drawingml/2006/main">
          <a:srgbClr val="11233E"/>
        </a:solidFill>
      </p:bgPr>
    </p:bg>
    <p:spTree>
      <p:nvGrpSpPr>
        <p:cNvPr id="1" name=""/>
        <p:cNvGrpSpPr/>
        <p:nvPr/>
      </p:nvGrpSpPr>
      <p:grpSpPr>
        <a:xfrm xmlns:a="http://schemas.openxmlformats.org/drawingml/2006/main"/>
      </p:grpSpPr>
      <p:sp>
        <p:nvSpPr>
          <p:cNvPr id="6" name="titulo">
            <a:extLst xmlns:a="http://schemas.openxmlformats.org/drawingml/2006/main">
              <a:ext uri="{FF2B5EF4-FFF2-40B4-BE49-F238E27FC236}">
                <a16:creationId xmlns:a16="http://schemas.microsoft.com/office/drawing/2014/main" id="{B33D285B-4A03-49AA-B800-578DD10A2BAD}"/>
              </a:ext>
            </a:extLst>
          </p:cNvPr>
          <p:cNvSpPr>
            <a:spLocks xmlns:a="http://schemas.openxmlformats.org/drawingml/2006/main" noGrp="1"/>
          </p:cNvSpPr>
          <p:nvPr/>
        </p:nvSpPr>
        <p:spPr>
          <a:xfrm xmlns:a="http://schemas.openxmlformats.org/drawingml/2006/main">
            <a:off x="609600" y="571500"/>
            <a:ext cx="109728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050" b="1">
                <a:solidFill>
                  <a:srgbClr val="F6F1E8"/>
                </a:solidFill>
                <a:latin typeface="Arial"/>
                <a:ea typeface="Arial"/>
                <a:cs typeface="Arial"/>
              </a:defRPr>
            </a:defPPr>
            <a:lvl1pPr algn="l">
              <a:defRPr sz="4050" b="1">
                <a:solidFill>
                  <a:srgbClr val="F6F1E8"/>
                </a:solidFill>
                <a:latin typeface="Arial"/>
                <a:ea typeface="Arial"/>
                <a:cs typeface="Arial"/>
              </a:defRPr>
            </a:lvl1pPr>
            <a:lvl2pPr algn="l">
              <a:defRPr sz="4050" b="1">
                <a:solidFill>
                  <a:srgbClr val="F6F1E8"/>
                </a:solidFill>
                <a:latin typeface="Arial"/>
                <a:ea typeface="Arial"/>
                <a:cs typeface="Arial"/>
              </a:defRPr>
            </a:lvl2pPr>
            <a:lvl3pPr algn="l">
              <a:defRPr sz="4050" b="1">
                <a:solidFill>
                  <a:srgbClr val="F6F1E8"/>
                </a:solidFill>
                <a:latin typeface="Arial"/>
                <a:ea typeface="Arial"/>
                <a:cs typeface="Arial"/>
              </a:defRPr>
            </a:lvl3pPr>
            <a:lvl4pPr algn="l">
              <a:defRPr sz="4050" b="1">
                <a:solidFill>
                  <a:srgbClr val="F6F1E8"/>
                </a:solidFill>
                <a:latin typeface="Arial"/>
                <a:ea typeface="Arial"/>
                <a:cs typeface="Arial"/>
              </a:defRPr>
            </a:lvl4pPr>
            <a:lvl5pPr algn="l">
              <a:defRPr sz="4050" b="1">
                <a:solidFill>
                  <a:srgbClr val="F6F1E8"/>
                </a:solidFill>
                <a:latin typeface="Arial"/>
                <a:ea typeface="Arial"/>
                <a:cs typeface="Arial"/>
              </a:defRPr>
            </a:lvl5pPr>
            <a:lvl6pPr algn="l">
              <a:defRPr sz="4050" b="1">
                <a:solidFill>
                  <a:srgbClr val="F6F1E8"/>
                </a:solidFill>
                <a:latin typeface="Arial"/>
                <a:ea typeface="Arial"/>
                <a:cs typeface="Arial"/>
              </a:defRPr>
            </a:lvl6pPr>
            <a:lvl7pPr algn="l">
              <a:defRPr sz="4050" b="1">
                <a:solidFill>
                  <a:srgbClr val="F6F1E8"/>
                </a:solidFill>
                <a:latin typeface="Arial"/>
                <a:ea typeface="Arial"/>
                <a:cs typeface="Arial"/>
              </a:defRPr>
            </a:lvl7pPr>
            <a:lvl8pPr algn="l">
              <a:defRPr sz="4050" b="1">
                <a:solidFill>
                  <a:srgbClr val="F6F1E8"/>
                </a:solidFill>
                <a:latin typeface="Arial"/>
                <a:ea typeface="Arial"/>
                <a:cs typeface="Arial"/>
              </a:defRPr>
            </a:lvl8pPr>
            <a:lvl9pPr algn="l">
              <a:defRPr sz="4050" b="1">
                <a:solidFill>
                  <a:srgbClr val="F6F1E8"/>
                </a:solidFill>
                <a:latin typeface="Arial"/>
                <a:ea typeface="Arial"/>
                <a:cs typeface="Arial"/>
              </a:defRPr>
            </a:lvl9pPr>
          </a:lstStyle>
          <a:p xmlns:a="http://schemas.openxmlformats.org/drawingml/2006/main">
            <a:pPr algn="l">
              <a:lnSpc>
                <a:spcPct val="108000"/>
              </a:lnSpc>
              <a:buNone/>
              <a:defRPr sz="4050" b="1">
                <a:solidFill>
                  <a:srgbClr val="F6F1E8"/>
                </a:solidFill>
                <a:latin typeface="Arial"/>
                <a:ea typeface="Arial"/>
                <a:cs typeface="Arial"/>
              </a:defRPr>
            </a:pPr>
            <a:r>
              <a:rPr sz="4050" b="1">
                <a:solidFill>
                  <a:srgbClr val="F6F1E8"/>
                </a:solidFill>
                <a:latin typeface="Arial"/>
                <a:ea typeface="Arial"/>
                <a:cs typeface="Arial"/>
              </a:rPr>
              <a:t>Solicitud y criterios de aceptación</a:t>
            </a:r>
          </a:p>
        </p:txBody>
      </p:sp>
      <p:sp>
        <p:nvSpPr>
          <p:cNvPr id="2" name="concepto-tabla">
            <a:extLst xmlns:a="http://schemas.openxmlformats.org/drawingml/2006/main">
              <a:ext uri="{FF2B5EF4-FFF2-40B4-BE49-F238E27FC236}">
                <a16:creationId xmlns:a16="http://schemas.microsoft.com/office/drawing/2014/main" id="{5B7D77FC-6A2F-472A-90B4-D8890AE72E36}"/>
              </a:ext>
            </a:extLst>
          </p:cNvPr>
          <p:cNvSpPr>
            <a:spLocks xmlns:a="http://schemas.openxmlformats.org/drawingml/2006/main" noGrp="1"/>
          </p:cNvSpPr>
          <p:nvPr/>
        </p:nvSpPr>
        <p:spPr>
          <a:xfrm xmlns:a="http://schemas.openxmlformats.org/drawingml/2006/main">
            <a:off x="609600" y="180975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F6F1E8"/>
                </a:solidFill>
                <a:latin typeface="Arial"/>
                <a:ea typeface="Arial"/>
                <a:cs typeface="Arial"/>
              </a:defRPr>
            </a:defPPr>
            <a:lvl1pPr algn="l">
              <a:defRPr sz="2700" b="1">
                <a:solidFill>
                  <a:srgbClr val="F6F1E8"/>
                </a:solidFill>
                <a:latin typeface="Arial"/>
                <a:ea typeface="Arial"/>
                <a:cs typeface="Arial"/>
              </a:defRPr>
            </a:lvl1pPr>
            <a:lvl2pPr algn="l">
              <a:defRPr sz="2700" b="1">
                <a:solidFill>
                  <a:srgbClr val="F6F1E8"/>
                </a:solidFill>
                <a:latin typeface="Arial"/>
                <a:ea typeface="Arial"/>
                <a:cs typeface="Arial"/>
              </a:defRPr>
            </a:lvl2pPr>
            <a:lvl3pPr algn="l">
              <a:defRPr sz="2700" b="1">
                <a:solidFill>
                  <a:srgbClr val="F6F1E8"/>
                </a:solidFill>
                <a:latin typeface="Arial"/>
                <a:ea typeface="Arial"/>
                <a:cs typeface="Arial"/>
              </a:defRPr>
            </a:lvl3pPr>
            <a:lvl4pPr algn="l">
              <a:defRPr sz="2700" b="1">
                <a:solidFill>
                  <a:srgbClr val="F6F1E8"/>
                </a:solidFill>
                <a:latin typeface="Arial"/>
                <a:ea typeface="Arial"/>
                <a:cs typeface="Arial"/>
              </a:defRPr>
            </a:lvl4pPr>
            <a:lvl5pPr algn="l">
              <a:defRPr sz="2700" b="1">
                <a:solidFill>
                  <a:srgbClr val="F6F1E8"/>
                </a:solidFill>
                <a:latin typeface="Arial"/>
                <a:ea typeface="Arial"/>
                <a:cs typeface="Arial"/>
              </a:defRPr>
            </a:lvl5pPr>
            <a:lvl6pPr algn="l">
              <a:defRPr sz="2700" b="1">
                <a:solidFill>
                  <a:srgbClr val="F6F1E8"/>
                </a:solidFill>
                <a:latin typeface="Arial"/>
                <a:ea typeface="Arial"/>
                <a:cs typeface="Arial"/>
              </a:defRPr>
            </a:lvl6pPr>
            <a:lvl7pPr algn="l">
              <a:defRPr sz="2700" b="1">
                <a:solidFill>
                  <a:srgbClr val="F6F1E8"/>
                </a:solidFill>
                <a:latin typeface="Arial"/>
                <a:ea typeface="Arial"/>
                <a:cs typeface="Arial"/>
              </a:defRPr>
            </a:lvl7pPr>
            <a:lvl8pPr algn="l">
              <a:defRPr sz="2700" b="1">
                <a:solidFill>
                  <a:srgbClr val="F6F1E8"/>
                </a:solidFill>
                <a:latin typeface="Arial"/>
                <a:ea typeface="Arial"/>
                <a:cs typeface="Arial"/>
              </a:defRPr>
            </a:lvl8pPr>
            <a:lvl9pPr algn="l">
              <a:defRPr sz="2700" b="1">
                <a:solidFill>
                  <a:srgbClr val="F6F1E8"/>
                </a:solidFill>
                <a:latin typeface="Arial"/>
                <a:ea typeface="Arial"/>
                <a:cs typeface="Arial"/>
              </a:defRPr>
            </a:lvl9pPr>
          </a:lstStyle>
          <a:p xmlns:a="http://schemas.openxmlformats.org/drawingml/2006/main">
            <a:pPr algn="l">
              <a:lnSpc>
                <a:spcPct val="108000"/>
              </a:lnSpc>
              <a:buNone/>
              <a:defRPr sz="2700" b="1">
                <a:solidFill>
                  <a:srgbClr val="F6F1E8"/>
                </a:solidFill>
                <a:latin typeface="Arial"/>
                <a:ea typeface="Arial"/>
                <a:cs typeface="Arial"/>
              </a:defRPr>
            </a:pPr>
            <a:r>
              <a:rPr sz="2700" b="1">
                <a:solidFill>
                  <a:srgbClr val="F6F1E8"/>
                </a:solidFill>
                <a:latin typeface="Arial"/>
                <a:ea typeface="Arial"/>
                <a:cs typeface="Arial"/>
              </a:rPr>
              <a:t>Describe necesidad, alcance y aceptación.</a:t>
            </a:r>
          </a:p>
        </p:txBody>
      </p:sp>
      <p:graphicFrame>
        <p:nvGraphicFramePr>
          <p:cNvPr id="3" name="">
            <a:extLst xmlns:a="http://schemas.openxmlformats.org/drawingml/2006/main">
              <a:ext uri="{FF2B5EF4-FFF2-40B4-BE49-F238E27FC236}">
                <a16:creationId xmlns:a16="http://schemas.microsoft.com/office/drawing/2014/main" id="{79C124F0-B97B-44C9-BE43-66897AD56A26}"/>
              </a:ext>
            </a:extLst>
          </p:cNvPr>
          <p:cNvGraphicFramePr/>
          <p:nvPr/>
        </p:nvGraphicFramePr>
        <p:xfrm>
          <a:off xmlns:a="http://schemas.openxmlformats.org/drawingml/2006/main" x="609600" y="2714625"/>
          <a:ext xmlns:a="http://schemas.openxmlformats.org/drawingml/2006/main" cx="10972800" cy="2476500"/>
        </p:xfrm>
        <a:graphic xmlns:a="http://schemas.openxmlformats.org/drawingml/2006/main">
          <a:graphicData uri="http://schemas.openxmlformats.org/drawingml/2006/table">
            <a:tbl>
              <a:tblPr firstRow="1" bandRow="0"/>
              <a:tblGrid>
                <a:gridCol w="2857500"/>
                <a:gridCol w="8115300"/>
              </a:tblGrid>
              <a:tr h="619125">
                <a:tc>
                  <a:txBody>
                    <a:bodyPr>
                      <a:noAutofit/>
                    </a:bodyPr>
                    <a:lstStyle/>
                    <a:p>
                      <a:r>
                        <a:rPr sz="2250" b="1">
                          <a:solidFill>
                            <a:srgbClr val="11233E"/>
                          </a:solidFill>
                          <a:latin typeface="Arial"/>
                          <a:ea typeface="Arial"/>
                          <a:cs typeface="Arial"/>
                        </a:rPr>
                        <a:t>Solicitud</a:t>
                      </a:r>
                    </a:p>
                  </a:txBody>
                  <a:tcPr marL="133350" marR="133350" marT="76200" marB="76200" anchor="ctr">
                    <a:lnL w="7620">
                      <a:solidFill>
                        <a:srgbClr val="526079"/>
                      </a:solidFill>
                      <a:prstDash val="solid"/>
                    </a:lnL>
                    <a:lnR w="7620">
                      <a:solidFill>
                        <a:srgbClr val="526079"/>
                      </a:solidFill>
                      <a:prstDash val="solid"/>
                    </a:lnR>
                    <a:lnT w="7620">
                      <a:solidFill>
                        <a:srgbClr val="526079"/>
                      </a:solidFill>
                      <a:prstDash val="solid"/>
                    </a:lnT>
                    <a:lnB w="7620">
                      <a:solidFill>
                        <a:srgbClr val="526079"/>
                      </a:solidFill>
                      <a:prstDash val="solid"/>
                    </a:lnB>
                    <a:solidFill>
                      <a:srgbClr val="F6F1E8"/>
                    </a:solidFill>
                  </a:tcPr>
                </a:tc>
                <a:tc>
                  <a:txBody>
                    <a:bodyPr>
                      <a:noAutofit/>
                    </a:bodyPr>
                    <a:lstStyle/>
                    <a:p>
                      <a:r>
                        <a:rPr sz="2250" b="1">
                          <a:solidFill>
                            <a:srgbClr val="11233E"/>
                          </a:solidFill>
                          <a:latin typeface="Arial"/>
                          <a:ea typeface="Arial"/>
                          <a:cs typeface="Arial"/>
                        </a:rPr>
                        <a:t>Ejemplo definido</a:t>
                      </a:r>
                    </a:p>
                  </a:txBody>
                  <a:tcPr marL="133350" marR="133350" marT="76200" marB="76200" anchor="ctr">
                    <a:lnR w="7620">
                      <a:solidFill>
                        <a:srgbClr val="526079"/>
                      </a:solidFill>
                      <a:prstDash val="solid"/>
                    </a:lnR>
                    <a:lnT w="7620">
                      <a:solidFill>
                        <a:srgbClr val="526079"/>
                      </a:solidFill>
                      <a:prstDash val="solid"/>
                    </a:lnT>
                    <a:lnB w="7620">
                      <a:solidFill>
                        <a:srgbClr val="526079"/>
                      </a:solidFill>
                      <a:prstDash val="solid"/>
                    </a:lnB>
                    <a:solidFill>
                      <a:srgbClr val="F6F1E8"/>
                    </a:solidFill>
                  </a:tcPr>
                </a:tc>
              </a:tr>
              <a:tr h="619125">
                <a:tc>
                  <a:txBody>
                    <a:bodyPr>
                      <a:noAutofit/>
                    </a:bodyPr>
                    <a:lstStyle/>
                    <a:p>
                      <a:r>
                        <a:rPr sz="2250" b="0">
                          <a:solidFill>
                            <a:srgbClr val="F6F1E8"/>
                          </a:solidFill>
                          <a:latin typeface="Arial"/>
                          <a:ea typeface="Arial"/>
                          <a:cs typeface="Arial"/>
                        </a:rPr>
                        <a:t>Necesidad</a:t>
                      </a:r>
                    </a:p>
                  </a:txBody>
                  <a:tcPr marL="133350" marR="133350" marT="76200" marB="76200" anchor="ctr">
                    <a:lnL w="7620">
                      <a:solidFill>
                        <a:srgbClr val="526079"/>
                      </a:solidFill>
                      <a:prstDash val="solid"/>
                    </a:lnL>
                    <a:lnR w="7620">
                      <a:solidFill>
                        <a:srgbClr val="526079"/>
                      </a:solidFill>
                      <a:prstDash val="solid"/>
                    </a:lnR>
                    <a:lnB w="7620">
                      <a:solidFill>
                        <a:srgbClr val="526079"/>
                      </a:solidFill>
                      <a:prstDash val="solid"/>
                    </a:lnB>
                    <a:solidFill>
                      <a:srgbClr val="11233E"/>
                    </a:solidFill>
                  </a:tcPr>
                </a:tc>
                <a:tc>
                  <a:txBody>
                    <a:bodyPr>
                      <a:noAutofit/>
                    </a:bodyPr>
                    <a:lstStyle/>
                    <a:p>
                      <a:r>
                        <a:rPr sz="2250" b="0">
                          <a:solidFill>
                            <a:srgbClr val="F6F1E8"/>
                          </a:solidFill>
                          <a:latin typeface="Arial"/>
                          <a:ea typeface="Arial"/>
                          <a:cs typeface="Arial"/>
                        </a:rPr>
                        <a:t>ceder una entrada sin recomprarla.</a:t>
                      </a:r>
                    </a:p>
                  </a:txBody>
                  <a:tcPr marL="133350" marR="133350" marT="76200" marB="76200" anchor="ctr">
                    <a:lnR w="7620">
                      <a:solidFill>
                        <a:srgbClr val="526079"/>
                      </a:solidFill>
                      <a:prstDash val="solid"/>
                    </a:lnR>
                    <a:lnB w="7620">
                      <a:solidFill>
                        <a:srgbClr val="526079"/>
                      </a:solidFill>
                      <a:prstDash val="solid"/>
                    </a:lnB>
                    <a:solidFill>
                      <a:srgbClr val="11233E"/>
                    </a:solidFill>
                  </a:tcPr>
                </a:tc>
              </a:tr>
              <a:tr h="619125">
                <a:tc>
                  <a:txBody>
                    <a:bodyPr>
                      <a:noAutofit/>
                    </a:bodyPr>
                    <a:lstStyle/>
                    <a:p>
                      <a:r>
                        <a:rPr sz="2250" b="0">
                          <a:solidFill>
                            <a:srgbClr val="F6F1E8"/>
                          </a:solidFill>
                          <a:latin typeface="Arial"/>
                          <a:ea typeface="Arial"/>
                          <a:cs typeface="Arial"/>
                        </a:rPr>
                        <a:t>Aceptación</a:t>
                      </a:r>
                    </a:p>
                  </a:txBody>
                  <a:tcPr marL="133350" marR="133350" marT="76200" marB="76200" anchor="ctr">
                    <a:lnL w="7620">
                      <a:solidFill>
                        <a:srgbClr val="526079"/>
                      </a:solidFill>
                      <a:prstDash val="solid"/>
                    </a:lnL>
                    <a:lnR w="7620">
                      <a:solidFill>
                        <a:srgbClr val="526079"/>
                      </a:solidFill>
                      <a:prstDash val="solid"/>
                    </a:lnR>
                    <a:lnB w="7620">
                      <a:solidFill>
                        <a:srgbClr val="526079"/>
                      </a:solidFill>
                      <a:prstDash val="solid"/>
                    </a:lnB>
                    <a:solidFill>
                      <a:srgbClr val="11233E"/>
                    </a:solidFill>
                  </a:tcPr>
                </a:tc>
                <a:tc>
                  <a:txBody>
                    <a:bodyPr>
                      <a:noAutofit/>
                    </a:bodyPr>
                    <a:lstStyle/>
                    <a:p>
                      <a:r>
                        <a:rPr sz="2250" b="0">
                          <a:solidFill>
                            <a:srgbClr val="F6F1E8"/>
                          </a:solidFill>
                          <a:latin typeface="Arial"/>
                          <a:ea typeface="Arial"/>
                          <a:cs typeface="Arial"/>
                        </a:rPr>
                        <a:t>nuevo QR válido y anterior rechazado.</a:t>
                      </a:r>
                    </a:p>
                  </a:txBody>
                  <a:tcPr marL="133350" marR="133350" marT="76200" marB="76200" anchor="ctr">
                    <a:lnR w="7620">
                      <a:solidFill>
                        <a:srgbClr val="526079"/>
                      </a:solidFill>
                      <a:prstDash val="solid"/>
                    </a:lnR>
                    <a:lnB w="7620">
                      <a:solidFill>
                        <a:srgbClr val="526079"/>
                      </a:solidFill>
                      <a:prstDash val="solid"/>
                    </a:lnB>
                    <a:solidFill>
                      <a:srgbClr val="11233E"/>
                    </a:solidFill>
                  </a:tcPr>
                </a:tc>
              </a:tr>
              <a:tr h="619125">
                <a:tc>
                  <a:txBody>
                    <a:bodyPr>
                      <a:noAutofit/>
                    </a:bodyPr>
                    <a:lstStyle/>
                    <a:p>
                      <a:r>
                        <a:rPr sz="2250" b="0">
                          <a:solidFill>
                            <a:srgbClr val="F6F1E8"/>
                          </a:solidFill>
                          <a:latin typeface="Arial"/>
                          <a:ea typeface="Arial"/>
                          <a:cs typeface="Arial"/>
                        </a:rPr>
                        <a:t>Fuera de alcance</a:t>
                      </a:r>
                    </a:p>
                  </a:txBody>
                  <a:tcPr marL="133350" marR="133350" marT="76200" marB="76200" anchor="ctr">
                    <a:lnL w="7620">
                      <a:solidFill>
                        <a:srgbClr val="526079"/>
                      </a:solidFill>
                      <a:prstDash val="solid"/>
                    </a:lnL>
                    <a:lnR w="7620">
                      <a:solidFill>
                        <a:srgbClr val="526079"/>
                      </a:solidFill>
                      <a:prstDash val="solid"/>
                    </a:lnR>
                    <a:lnB w="7620">
                      <a:solidFill>
                        <a:srgbClr val="526079"/>
                      </a:solidFill>
                      <a:prstDash val="solid"/>
                    </a:lnB>
                    <a:solidFill>
                      <a:srgbClr val="11233E"/>
                    </a:solidFill>
                  </a:tcPr>
                </a:tc>
                <a:tc>
                  <a:txBody>
                    <a:bodyPr>
                      <a:noAutofit/>
                    </a:bodyPr>
                    <a:lstStyle/>
                    <a:p>
                      <a:r>
                        <a:rPr sz="2250" b="0">
                          <a:solidFill>
                            <a:srgbClr val="F6F1E8"/>
                          </a:solidFill>
                          <a:latin typeface="Arial"/>
                          <a:ea typeface="Arial"/>
                          <a:cs typeface="Arial"/>
                        </a:rPr>
                        <a:t>reventa, devolución y cambio de asiento.</a:t>
                      </a:r>
                    </a:p>
                  </a:txBody>
                  <a:tcPr marL="133350" marR="133350" marT="76200" marB="76200" anchor="ctr">
                    <a:lnR w="7620">
                      <a:solidFill>
                        <a:srgbClr val="526079"/>
                      </a:solidFill>
                      <a:prstDash val="solid"/>
                    </a:lnR>
                    <a:lnB w="7620">
                      <a:solidFill>
                        <a:srgbClr val="526079"/>
                      </a:solidFill>
                      <a:prstDash val="solid"/>
                    </a:lnB>
                    <a:solidFill>
                      <a:srgbClr val="11233E"/>
                    </a:solidFill>
                  </a:tcPr>
                </a:tc>
              </a:tr>
            </a:tbl>
          </a:graphicData>
        </a:graphic>
      </p:graphicFrame>
      <p:sp>
        <p:nvSpPr>
          <p:cNvPr id="4" name="ejemplo-visible">
            <a:extLst xmlns:a="http://schemas.openxmlformats.org/drawingml/2006/main">
              <a:ext uri="{FF2B5EF4-FFF2-40B4-BE49-F238E27FC236}">
                <a16:creationId xmlns:a16="http://schemas.microsoft.com/office/drawing/2014/main" id="{5CE67256-8288-4EF7-8E16-BBB82FE13A0D}"/>
              </a:ext>
            </a:extLst>
          </p:cNvPr>
          <p:cNvSpPr>
            <a:spLocks xmlns:a="http://schemas.openxmlformats.org/drawingml/2006/main" noGrp="1"/>
          </p:cNvSpPr>
          <p:nvPr/>
        </p:nvSpPr>
        <p:spPr>
          <a:xfrm xmlns:a="http://schemas.openxmlformats.org/drawingml/2006/main">
            <a:off x="609600" y="55245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D4DDEB"/>
                </a:solidFill>
                <a:latin typeface="Arial"/>
                <a:ea typeface="Arial"/>
                <a:cs typeface="Arial"/>
              </a:defRPr>
            </a:defPPr>
            <a:lvl1pPr algn="l">
              <a:defRPr sz="2175" b="0">
                <a:solidFill>
                  <a:srgbClr val="D4DDEB"/>
                </a:solidFill>
                <a:latin typeface="Arial"/>
                <a:ea typeface="Arial"/>
                <a:cs typeface="Arial"/>
              </a:defRPr>
            </a:lvl1pPr>
            <a:lvl2pPr algn="l">
              <a:defRPr sz="2175" b="0">
                <a:solidFill>
                  <a:srgbClr val="D4DDEB"/>
                </a:solidFill>
                <a:latin typeface="Arial"/>
                <a:ea typeface="Arial"/>
                <a:cs typeface="Arial"/>
              </a:defRPr>
            </a:lvl2pPr>
            <a:lvl3pPr algn="l">
              <a:defRPr sz="2175" b="0">
                <a:solidFill>
                  <a:srgbClr val="D4DDEB"/>
                </a:solidFill>
                <a:latin typeface="Arial"/>
                <a:ea typeface="Arial"/>
                <a:cs typeface="Arial"/>
              </a:defRPr>
            </a:lvl3pPr>
            <a:lvl4pPr algn="l">
              <a:defRPr sz="2175" b="0">
                <a:solidFill>
                  <a:srgbClr val="D4DDEB"/>
                </a:solidFill>
                <a:latin typeface="Arial"/>
                <a:ea typeface="Arial"/>
                <a:cs typeface="Arial"/>
              </a:defRPr>
            </a:lvl4pPr>
            <a:lvl5pPr algn="l">
              <a:defRPr sz="2175" b="0">
                <a:solidFill>
                  <a:srgbClr val="D4DDEB"/>
                </a:solidFill>
                <a:latin typeface="Arial"/>
                <a:ea typeface="Arial"/>
                <a:cs typeface="Arial"/>
              </a:defRPr>
            </a:lvl5pPr>
            <a:lvl6pPr algn="l">
              <a:defRPr sz="2175" b="0">
                <a:solidFill>
                  <a:srgbClr val="D4DDEB"/>
                </a:solidFill>
                <a:latin typeface="Arial"/>
                <a:ea typeface="Arial"/>
                <a:cs typeface="Arial"/>
              </a:defRPr>
            </a:lvl6pPr>
            <a:lvl7pPr algn="l">
              <a:defRPr sz="2175" b="0">
                <a:solidFill>
                  <a:srgbClr val="D4DDEB"/>
                </a:solidFill>
                <a:latin typeface="Arial"/>
                <a:ea typeface="Arial"/>
                <a:cs typeface="Arial"/>
              </a:defRPr>
            </a:lvl7pPr>
            <a:lvl8pPr algn="l">
              <a:defRPr sz="2175" b="0">
                <a:solidFill>
                  <a:srgbClr val="D4DDEB"/>
                </a:solidFill>
                <a:latin typeface="Arial"/>
                <a:ea typeface="Arial"/>
                <a:cs typeface="Arial"/>
              </a:defRPr>
            </a:lvl8pPr>
            <a:lvl9pPr algn="l">
              <a:defRPr sz="2175" b="0">
                <a:solidFill>
                  <a:srgbClr val="D4DDEB"/>
                </a:solidFill>
                <a:latin typeface="Arial"/>
                <a:ea typeface="Arial"/>
                <a:cs typeface="Arial"/>
              </a:defRPr>
            </a:lvl9pPr>
          </a:lstStyle>
          <a:p xmlns:a="http://schemas.openxmlformats.org/drawingml/2006/main">
            <a:pPr algn="l">
              <a:lnSpc>
                <a:spcPct val="108000"/>
              </a:lnSpc>
              <a:buNone/>
              <a:defRPr sz="2175" b="0">
                <a:solidFill>
                  <a:srgbClr val="D4DDEB"/>
                </a:solidFill>
                <a:latin typeface="Arial"/>
                <a:ea typeface="Arial"/>
                <a:cs typeface="Arial"/>
              </a:defRPr>
            </a:pPr>
            <a:r>
              <a:rPr sz="2175" b="0">
                <a:solidFill>
                  <a:srgbClr val="D4DDEB"/>
                </a:solidFill>
                <a:latin typeface="Arial"/>
                <a:ea typeface="Arial"/>
                <a:cs typeface="Arial"/>
              </a:rPr>
              <a:t>Una solicitud evaluable fija lo que debe pasar y también las capacidades que no incluye la entrega.</a:t>
            </a:r>
          </a:p>
        </p:txBody>
      </p:sp>
      <p:sp>
        <p:nvSpPr>
          <p:cNvPr id="5" name="numero-pagina">
            <a:extLst xmlns:a="http://schemas.openxmlformats.org/drawingml/2006/main">
              <a:ext uri="{FF2B5EF4-FFF2-40B4-BE49-F238E27FC236}">
                <a16:creationId xmlns:a16="http://schemas.microsoft.com/office/drawing/2014/main" id="{B3AE9F04-6973-4B1E-AFE1-989CC75B8071}"/>
              </a:ext>
            </a:extLst>
          </p:cNvPr>
          <p:cNvSpPr>
            <a:spLocks xmlns:a="http://schemas.openxmlformats.org/drawingml/2006/main" noGrp="1"/>
          </p:cNvSpPr>
          <p:nvPr/>
        </p:nvSpPr>
        <p:spPr>
          <a:xfrm xmlns:a="http://schemas.openxmlformats.org/drawingml/2006/main">
            <a:off x="10972800" y="6400800"/>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D4DDEB"/>
                </a:solidFill>
                <a:latin typeface="Arial"/>
                <a:ea typeface="Arial"/>
                <a:cs typeface="Arial"/>
              </a:defRPr>
            </a:defPPr>
            <a:lvl1pPr algn="r">
              <a:defRPr sz="1350" b="0">
                <a:solidFill>
                  <a:srgbClr val="D4DDEB"/>
                </a:solidFill>
                <a:latin typeface="Arial"/>
                <a:ea typeface="Arial"/>
                <a:cs typeface="Arial"/>
              </a:defRPr>
            </a:lvl1pPr>
            <a:lvl2pPr algn="r">
              <a:defRPr sz="1350" b="0">
                <a:solidFill>
                  <a:srgbClr val="D4DDEB"/>
                </a:solidFill>
                <a:latin typeface="Arial"/>
                <a:ea typeface="Arial"/>
                <a:cs typeface="Arial"/>
              </a:defRPr>
            </a:lvl2pPr>
            <a:lvl3pPr algn="r">
              <a:defRPr sz="1350" b="0">
                <a:solidFill>
                  <a:srgbClr val="D4DDEB"/>
                </a:solidFill>
                <a:latin typeface="Arial"/>
                <a:ea typeface="Arial"/>
                <a:cs typeface="Arial"/>
              </a:defRPr>
            </a:lvl3pPr>
            <a:lvl4pPr algn="r">
              <a:defRPr sz="1350" b="0">
                <a:solidFill>
                  <a:srgbClr val="D4DDEB"/>
                </a:solidFill>
                <a:latin typeface="Arial"/>
                <a:ea typeface="Arial"/>
                <a:cs typeface="Arial"/>
              </a:defRPr>
            </a:lvl4pPr>
            <a:lvl5pPr algn="r">
              <a:defRPr sz="1350" b="0">
                <a:solidFill>
                  <a:srgbClr val="D4DDEB"/>
                </a:solidFill>
                <a:latin typeface="Arial"/>
                <a:ea typeface="Arial"/>
                <a:cs typeface="Arial"/>
              </a:defRPr>
            </a:lvl5pPr>
            <a:lvl6pPr algn="r">
              <a:defRPr sz="1350" b="0">
                <a:solidFill>
                  <a:srgbClr val="D4DDEB"/>
                </a:solidFill>
                <a:latin typeface="Arial"/>
                <a:ea typeface="Arial"/>
                <a:cs typeface="Arial"/>
              </a:defRPr>
            </a:lvl6pPr>
            <a:lvl7pPr algn="r">
              <a:defRPr sz="1350" b="0">
                <a:solidFill>
                  <a:srgbClr val="D4DDEB"/>
                </a:solidFill>
                <a:latin typeface="Arial"/>
                <a:ea typeface="Arial"/>
                <a:cs typeface="Arial"/>
              </a:defRPr>
            </a:lvl7pPr>
            <a:lvl8pPr algn="r">
              <a:defRPr sz="1350" b="0">
                <a:solidFill>
                  <a:srgbClr val="D4DDEB"/>
                </a:solidFill>
                <a:latin typeface="Arial"/>
                <a:ea typeface="Arial"/>
                <a:cs typeface="Arial"/>
              </a:defRPr>
            </a:lvl8pPr>
            <a:lvl9pPr algn="r">
              <a:defRPr sz="1350" b="0">
                <a:solidFill>
                  <a:srgbClr val="D4DDEB"/>
                </a:solidFill>
                <a:latin typeface="Arial"/>
                <a:ea typeface="Arial"/>
                <a:cs typeface="Arial"/>
              </a:defRPr>
            </a:lvl9pPr>
          </a:lstStyle>
          <a:p xmlns:a="http://schemas.openxmlformats.org/drawingml/2006/main">
            <a:pPr algn="r">
              <a:lnSpc>
                <a:spcPct val="108000"/>
              </a:lnSpc>
              <a:buNone/>
              <a:defRPr sz="1350" b="0">
                <a:solidFill>
                  <a:srgbClr val="D4DDEB"/>
                </a:solidFill>
                <a:latin typeface="Arial"/>
                <a:ea typeface="Arial"/>
                <a:cs typeface="Arial"/>
              </a:defRPr>
            </a:pPr>
            <a:r>
              <a:rPr sz="1350" b="0">
                <a:solidFill>
                  <a:srgbClr val="D4DDEB"/>
                </a:solidFill>
                <a:latin typeface="Arial"/>
                <a:ea typeface="Arial"/>
                <a:cs typeface="Arial"/>
              </a:rPr>
              <a:t>08</a:t>
            </a:r>
          </a:p>
        </p:txBody>
      </p:sp>
    </p:spTree>
    <p:extLst>
      <p:ext uri="{BB962C8B-B14F-4D97-AF65-F5344CB8AC3E}">
        <p14:creationId xmlns:p14="http://schemas.microsoft.com/office/powerpoint/2010/main" val="575778001"/>
      </p:ext>
    </p:extLst>
  </p:cSld>
</p:sld>
</file>

<file path=ppt/slides/slide9.xml><?xml version="1.0" encoding="utf-8"?>
<p:sld xmlns:p="http://schemas.openxmlformats.org/presentationml/2006/main">
  <p:cSld>
    <p:bg>
      <p:bgPr>
        <a:solidFill xmlns:a="http://schemas.openxmlformats.org/drawingml/2006/main">
          <a:srgbClr val="F6F1E8"/>
        </a:solidFill>
      </p:bgPr>
    </p:bg>
    <p:spTree>
      <p:nvGrpSpPr>
        <p:cNvPr id="1" name=""/>
        <p:cNvGrpSpPr/>
        <p:nvPr/>
      </p:nvGrpSpPr>
      <p:grpSpPr>
        <a:xfrm xmlns:a="http://schemas.openxmlformats.org/drawingml/2006/main"/>
      </p:grpSpPr>
      <p:sp>
        <p:nvSpPr>
          <p:cNvPr id="6" name="titulo">
            <a:extLst xmlns:a="http://schemas.openxmlformats.org/drawingml/2006/main">
              <a:ext uri="{FF2B5EF4-FFF2-40B4-BE49-F238E27FC236}">
                <a16:creationId xmlns:a16="http://schemas.microsoft.com/office/drawing/2014/main" id="{C48D22C9-D58E-474D-AE42-DFC93F80CB06}"/>
              </a:ext>
            </a:extLst>
          </p:cNvPr>
          <p:cNvSpPr>
            <a:spLocks xmlns:a="http://schemas.openxmlformats.org/drawingml/2006/main" noGrp="1"/>
          </p:cNvSpPr>
          <p:nvPr/>
        </p:nvSpPr>
        <p:spPr>
          <a:xfrm xmlns:a="http://schemas.openxmlformats.org/drawingml/2006/main">
            <a:off x="609600" y="571500"/>
            <a:ext cx="109728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050" b="1">
                <a:solidFill>
                  <a:srgbClr val="11233E"/>
                </a:solidFill>
                <a:latin typeface="Arial"/>
                <a:ea typeface="Arial"/>
                <a:cs typeface="Arial"/>
              </a:defRPr>
            </a:defPPr>
            <a:lvl1pPr algn="l">
              <a:defRPr sz="4050" b="1">
                <a:solidFill>
                  <a:srgbClr val="11233E"/>
                </a:solidFill>
                <a:latin typeface="Arial"/>
                <a:ea typeface="Arial"/>
                <a:cs typeface="Arial"/>
              </a:defRPr>
            </a:lvl1pPr>
            <a:lvl2pPr algn="l">
              <a:defRPr sz="4050" b="1">
                <a:solidFill>
                  <a:srgbClr val="11233E"/>
                </a:solidFill>
                <a:latin typeface="Arial"/>
                <a:ea typeface="Arial"/>
                <a:cs typeface="Arial"/>
              </a:defRPr>
            </a:lvl2pPr>
            <a:lvl3pPr algn="l">
              <a:defRPr sz="4050" b="1">
                <a:solidFill>
                  <a:srgbClr val="11233E"/>
                </a:solidFill>
                <a:latin typeface="Arial"/>
                <a:ea typeface="Arial"/>
                <a:cs typeface="Arial"/>
              </a:defRPr>
            </a:lvl3pPr>
            <a:lvl4pPr algn="l">
              <a:defRPr sz="4050" b="1">
                <a:solidFill>
                  <a:srgbClr val="11233E"/>
                </a:solidFill>
                <a:latin typeface="Arial"/>
                <a:ea typeface="Arial"/>
                <a:cs typeface="Arial"/>
              </a:defRPr>
            </a:lvl4pPr>
            <a:lvl5pPr algn="l">
              <a:defRPr sz="4050" b="1">
                <a:solidFill>
                  <a:srgbClr val="11233E"/>
                </a:solidFill>
                <a:latin typeface="Arial"/>
                <a:ea typeface="Arial"/>
                <a:cs typeface="Arial"/>
              </a:defRPr>
            </a:lvl5pPr>
            <a:lvl6pPr algn="l">
              <a:defRPr sz="4050" b="1">
                <a:solidFill>
                  <a:srgbClr val="11233E"/>
                </a:solidFill>
                <a:latin typeface="Arial"/>
                <a:ea typeface="Arial"/>
                <a:cs typeface="Arial"/>
              </a:defRPr>
            </a:lvl6pPr>
            <a:lvl7pPr algn="l">
              <a:defRPr sz="4050" b="1">
                <a:solidFill>
                  <a:srgbClr val="11233E"/>
                </a:solidFill>
                <a:latin typeface="Arial"/>
                <a:ea typeface="Arial"/>
                <a:cs typeface="Arial"/>
              </a:defRPr>
            </a:lvl7pPr>
            <a:lvl8pPr algn="l">
              <a:defRPr sz="4050" b="1">
                <a:solidFill>
                  <a:srgbClr val="11233E"/>
                </a:solidFill>
                <a:latin typeface="Arial"/>
                <a:ea typeface="Arial"/>
                <a:cs typeface="Arial"/>
              </a:defRPr>
            </a:lvl8pPr>
            <a:lvl9pPr algn="l">
              <a:defRPr sz="4050" b="1">
                <a:solidFill>
                  <a:srgbClr val="11233E"/>
                </a:solidFill>
                <a:latin typeface="Arial"/>
                <a:ea typeface="Arial"/>
                <a:cs typeface="Arial"/>
              </a:defRPr>
            </a:lvl9pPr>
          </a:lstStyle>
          <a:p xmlns:a="http://schemas.openxmlformats.org/drawingml/2006/main">
            <a:pPr algn="l">
              <a:lnSpc>
                <a:spcPct val="108000"/>
              </a:lnSpc>
              <a:buNone/>
              <a:defRPr sz="4050" b="1">
                <a:solidFill>
                  <a:srgbClr val="11233E"/>
                </a:solidFill>
                <a:latin typeface="Arial"/>
                <a:ea typeface="Arial"/>
                <a:cs typeface="Arial"/>
              </a:defRPr>
            </a:pPr>
            <a:r>
              <a:rPr sz="4050" b="1">
                <a:solidFill>
                  <a:srgbClr val="11233E"/>
                </a:solidFill>
                <a:latin typeface="Arial"/>
                <a:ea typeface="Arial"/>
                <a:cs typeface="Arial"/>
              </a:rPr>
              <a:t>Análisis de impacto</a:t>
            </a:r>
          </a:p>
        </p:txBody>
      </p:sp>
      <p:sp>
        <p:nvSpPr>
          <p:cNvPr id="2" name="concepto-tabla">
            <a:extLst xmlns:a="http://schemas.openxmlformats.org/drawingml/2006/main">
              <a:ext uri="{FF2B5EF4-FFF2-40B4-BE49-F238E27FC236}">
                <a16:creationId xmlns:a16="http://schemas.microsoft.com/office/drawing/2014/main" id="{F5B66278-3A22-44F6-AB0A-22961E3698E2}"/>
              </a:ext>
            </a:extLst>
          </p:cNvPr>
          <p:cNvSpPr>
            <a:spLocks xmlns:a="http://schemas.openxmlformats.org/drawingml/2006/main" noGrp="1"/>
          </p:cNvSpPr>
          <p:nvPr/>
        </p:nvSpPr>
        <p:spPr>
          <a:xfrm xmlns:a="http://schemas.openxmlformats.org/drawingml/2006/main">
            <a:off x="609600" y="180975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1233E"/>
                </a:solidFill>
                <a:latin typeface="Arial"/>
                <a:ea typeface="Arial"/>
                <a:cs typeface="Arial"/>
              </a:defRPr>
            </a:defPPr>
            <a:lvl1pPr algn="l">
              <a:defRPr sz="2700" b="1">
                <a:solidFill>
                  <a:srgbClr val="11233E"/>
                </a:solidFill>
                <a:latin typeface="Arial"/>
                <a:ea typeface="Arial"/>
                <a:cs typeface="Arial"/>
              </a:defRPr>
            </a:lvl1pPr>
            <a:lvl2pPr algn="l">
              <a:defRPr sz="2700" b="1">
                <a:solidFill>
                  <a:srgbClr val="11233E"/>
                </a:solidFill>
                <a:latin typeface="Arial"/>
                <a:ea typeface="Arial"/>
                <a:cs typeface="Arial"/>
              </a:defRPr>
            </a:lvl2pPr>
            <a:lvl3pPr algn="l">
              <a:defRPr sz="2700" b="1">
                <a:solidFill>
                  <a:srgbClr val="11233E"/>
                </a:solidFill>
                <a:latin typeface="Arial"/>
                <a:ea typeface="Arial"/>
                <a:cs typeface="Arial"/>
              </a:defRPr>
            </a:lvl3pPr>
            <a:lvl4pPr algn="l">
              <a:defRPr sz="2700" b="1">
                <a:solidFill>
                  <a:srgbClr val="11233E"/>
                </a:solidFill>
                <a:latin typeface="Arial"/>
                <a:ea typeface="Arial"/>
                <a:cs typeface="Arial"/>
              </a:defRPr>
            </a:lvl4pPr>
            <a:lvl5pPr algn="l">
              <a:defRPr sz="2700" b="1">
                <a:solidFill>
                  <a:srgbClr val="11233E"/>
                </a:solidFill>
                <a:latin typeface="Arial"/>
                <a:ea typeface="Arial"/>
                <a:cs typeface="Arial"/>
              </a:defRPr>
            </a:lvl5pPr>
            <a:lvl6pPr algn="l">
              <a:defRPr sz="2700" b="1">
                <a:solidFill>
                  <a:srgbClr val="11233E"/>
                </a:solidFill>
                <a:latin typeface="Arial"/>
                <a:ea typeface="Arial"/>
                <a:cs typeface="Arial"/>
              </a:defRPr>
            </a:lvl6pPr>
            <a:lvl7pPr algn="l">
              <a:defRPr sz="2700" b="1">
                <a:solidFill>
                  <a:srgbClr val="11233E"/>
                </a:solidFill>
                <a:latin typeface="Arial"/>
                <a:ea typeface="Arial"/>
                <a:cs typeface="Arial"/>
              </a:defRPr>
            </a:lvl7pPr>
            <a:lvl8pPr algn="l">
              <a:defRPr sz="2700" b="1">
                <a:solidFill>
                  <a:srgbClr val="11233E"/>
                </a:solidFill>
                <a:latin typeface="Arial"/>
                <a:ea typeface="Arial"/>
                <a:cs typeface="Arial"/>
              </a:defRPr>
            </a:lvl8pPr>
            <a:lvl9pPr algn="l">
              <a:defRPr sz="2700" b="1">
                <a:solidFill>
                  <a:srgbClr val="11233E"/>
                </a:solidFill>
                <a:latin typeface="Arial"/>
                <a:ea typeface="Arial"/>
                <a:cs typeface="Arial"/>
              </a:defRPr>
            </a:lvl9pPr>
          </a:lstStyle>
          <a:p xmlns:a="http://schemas.openxmlformats.org/drawingml/2006/main">
            <a:pPr algn="l">
              <a:lnSpc>
                <a:spcPct val="108000"/>
              </a:lnSpc>
              <a:buNone/>
              <a:defRPr sz="2700" b="1">
                <a:solidFill>
                  <a:srgbClr val="11233E"/>
                </a:solidFill>
                <a:latin typeface="Arial"/>
                <a:ea typeface="Arial"/>
                <a:cs typeface="Arial"/>
              </a:defRPr>
            </a:pPr>
            <a:r>
              <a:rPr sz="2700" b="1">
                <a:solidFill>
                  <a:srgbClr val="11233E"/>
                </a:solidFill>
                <a:latin typeface="Arial"/>
                <a:ea typeface="Arial"/>
                <a:cs typeface="Arial"/>
              </a:rPr>
              <a:t>Identifica componentes, riesgos y esfuerzo antes de decidir.</a:t>
            </a:r>
          </a:p>
        </p:txBody>
      </p:sp>
      <p:graphicFrame>
        <p:nvGraphicFramePr>
          <p:cNvPr id="3" name="">
            <a:extLst xmlns:a="http://schemas.openxmlformats.org/drawingml/2006/main">
              <a:ext uri="{FF2B5EF4-FFF2-40B4-BE49-F238E27FC236}">
                <a16:creationId xmlns:a16="http://schemas.microsoft.com/office/drawing/2014/main" id="{3186E636-85FD-4A23-8787-E94CE5074662}"/>
              </a:ext>
            </a:extLst>
          </p:cNvPr>
          <p:cNvGraphicFramePr/>
          <p:nvPr/>
        </p:nvGraphicFramePr>
        <p:xfrm>
          <a:off xmlns:a="http://schemas.openxmlformats.org/drawingml/2006/main" x="609600" y="2714625"/>
          <a:ext xmlns:a="http://schemas.openxmlformats.org/drawingml/2006/main" cx="10972800" cy="2714625"/>
        </p:xfrm>
        <a:graphic xmlns:a="http://schemas.openxmlformats.org/drawingml/2006/main">
          <a:graphicData uri="http://schemas.openxmlformats.org/drawingml/2006/table">
            <a:tbl>
              <a:tblPr firstRow="1" bandRow="0"/>
              <a:tblGrid>
                <a:gridCol w="2857500"/>
                <a:gridCol w="8115300"/>
              </a:tblGrid>
              <a:tr h="542925">
                <a:tc>
                  <a:txBody>
                    <a:bodyPr>
                      <a:noAutofit/>
                    </a:bodyPr>
                    <a:lstStyle/>
                    <a:p>
                      <a:r>
                        <a:rPr sz="2250" b="1">
                          <a:solidFill>
                            <a:srgbClr val="F6F1E8"/>
                          </a:solidFill>
                          <a:latin typeface="Arial"/>
                          <a:ea typeface="Arial"/>
                          <a:cs typeface="Arial"/>
                        </a:rPr>
                        <a:t>Componente</a:t>
                      </a:r>
                    </a:p>
                  </a:txBody>
                  <a:tcPr marL="133350" marR="133350" marT="76200" marB="76200" anchor="ctr">
                    <a:lnL w="7620">
                      <a:solidFill>
                        <a:srgbClr val="C9C4BA"/>
                      </a:solidFill>
                      <a:prstDash val="solid"/>
                    </a:lnL>
                    <a:lnR w="7620">
                      <a:solidFill>
                        <a:srgbClr val="C9C4BA"/>
                      </a:solidFill>
                      <a:prstDash val="solid"/>
                    </a:lnR>
                    <a:lnT w="7620">
                      <a:solidFill>
                        <a:srgbClr val="C9C4BA"/>
                      </a:solidFill>
                      <a:prstDash val="solid"/>
                    </a:lnT>
                    <a:lnB w="7620">
                      <a:solidFill>
                        <a:srgbClr val="C9C4BA"/>
                      </a:solidFill>
                      <a:prstDash val="solid"/>
                    </a:lnB>
                    <a:solidFill>
                      <a:srgbClr val="11233E"/>
                    </a:solidFill>
                  </a:tcPr>
                </a:tc>
                <a:tc>
                  <a:txBody>
                    <a:bodyPr>
                      <a:noAutofit/>
                    </a:bodyPr>
                    <a:lstStyle/>
                    <a:p>
                      <a:r>
                        <a:rPr sz="2250" b="1">
                          <a:solidFill>
                            <a:srgbClr val="F6F1E8"/>
                          </a:solidFill>
                          <a:latin typeface="Arial"/>
                          <a:ea typeface="Arial"/>
                          <a:cs typeface="Arial"/>
                        </a:rPr>
                        <a:t>Qué se debe evaluar</a:t>
                      </a:r>
                    </a:p>
                  </a:txBody>
                  <a:tcPr marL="133350" marR="133350" marT="76200" marB="76200" anchor="ctr">
                    <a:lnR w="7620">
                      <a:solidFill>
                        <a:srgbClr val="C9C4BA"/>
                      </a:solidFill>
                      <a:prstDash val="solid"/>
                    </a:lnR>
                    <a:lnT w="7620">
                      <a:solidFill>
                        <a:srgbClr val="C9C4BA"/>
                      </a:solidFill>
                      <a:prstDash val="solid"/>
                    </a:lnT>
                    <a:lnB w="7620">
                      <a:solidFill>
                        <a:srgbClr val="C9C4BA"/>
                      </a:solidFill>
                      <a:prstDash val="solid"/>
                    </a:lnB>
                    <a:solidFill>
                      <a:srgbClr val="11233E"/>
                    </a:solidFill>
                  </a:tcPr>
                </a:tc>
              </a:tr>
              <a:tr h="542925">
                <a:tc>
                  <a:txBody>
                    <a:bodyPr>
                      <a:noAutofit/>
                    </a:bodyPr>
                    <a:lstStyle/>
                    <a:p>
                      <a:r>
                        <a:rPr sz="2250" b="0">
                          <a:solidFill>
                            <a:srgbClr val="11233E"/>
                          </a:solidFill>
                          <a:latin typeface="Arial"/>
                          <a:ea typeface="Arial"/>
                          <a:cs typeface="Arial"/>
                        </a:rPr>
                        <a:t>Entrada</a:t>
                      </a:r>
                    </a:p>
                  </a:txBody>
                  <a:tcPr marL="133350" marR="133350" marT="76200" marB="76200" anchor="ctr">
                    <a:lnL w="7620">
                      <a:solidFill>
                        <a:srgbClr val="C9C4BA"/>
                      </a:solidFill>
                      <a:prstDash val="solid"/>
                    </a:lnL>
                    <a:lnR w="7620">
                      <a:solidFill>
                        <a:srgbClr val="C9C4BA"/>
                      </a:solidFill>
                      <a:prstDash val="solid"/>
                    </a:lnR>
                    <a:lnB w="7620">
                      <a:solidFill>
                        <a:srgbClr val="C9C4BA"/>
                      </a:solidFill>
                      <a:prstDash val="solid"/>
                    </a:lnB>
                    <a:solidFill>
                      <a:srgbClr val="F6F1E8"/>
                    </a:solidFill>
                  </a:tcPr>
                </a:tc>
                <a:tc>
                  <a:txBody>
                    <a:bodyPr>
                      <a:noAutofit/>
                    </a:bodyPr>
                    <a:lstStyle/>
                    <a:p>
                      <a:r>
                        <a:rPr sz="2250" b="0">
                          <a:solidFill>
                            <a:srgbClr val="11233E"/>
                          </a:solidFill>
                          <a:latin typeface="Arial"/>
                          <a:ea typeface="Arial"/>
                          <a:cs typeface="Arial"/>
                        </a:rPr>
                        <a:t>titular y estado.</a:t>
                      </a:r>
                    </a:p>
                  </a:txBody>
                  <a:tcPr marL="133350" marR="133350" marT="76200" marB="76200" anchor="ctr">
                    <a:lnR w="7620">
                      <a:solidFill>
                        <a:srgbClr val="C9C4BA"/>
                      </a:solidFill>
                      <a:prstDash val="solid"/>
                    </a:lnR>
                    <a:lnB w="7620">
                      <a:solidFill>
                        <a:srgbClr val="C9C4BA"/>
                      </a:solidFill>
                      <a:prstDash val="solid"/>
                    </a:lnB>
                    <a:solidFill>
                      <a:srgbClr val="F6F1E8"/>
                    </a:solidFill>
                  </a:tcPr>
                </a:tc>
              </a:tr>
              <a:tr h="542925">
                <a:tc>
                  <a:txBody>
                    <a:bodyPr>
                      <a:noAutofit/>
                    </a:bodyPr>
                    <a:lstStyle/>
                    <a:p>
                      <a:r>
                        <a:rPr sz="2250" b="0">
                          <a:solidFill>
                            <a:srgbClr val="11233E"/>
                          </a:solidFill>
                          <a:latin typeface="Arial"/>
                          <a:ea typeface="Arial"/>
                          <a:cs typeface="Arial"/>
                        </a:rPr>
                        <a:t>Acceso</a:t>
                      </a:r>
                    </a:p>
                  </a:txBody>
                  <a:tcPr marL="133350" marR="133350" marT="76200" marB="76200" anchor="ctr">
                    <a:lnL w="7620">
                      <a:solidFill>
                        <a:srgbClr val="C9C4BA"/>
                      </a:solidFill>
                      <a:prstDash val="solid"/>
                    </a:lnL>
                    <a:lnR w="7620">
                      <a:solidFill>
                        <a:srgbClr val="C9C4BA"/>
                      </a:solidFill>
                      <a:prstDash val="solid"/>
                    </a:lnR>
                    <a:lnB w="7620">
                      <a:solidFill>
                        <a:srgbClr val="C9C4BA"/>
                      </a:solidFill>
                      <a:prstDash val="solid"/>
                    </a:lnB>
                    <a:solidFill>
                      <a:srgbClr val="F6F1E8"/>
                    </a:solidFill>
                  </a:tcPr>
                </a:tc>
                <a:tc>
                  <a:txBody>
                    <a:bodyPr>
                      <a:noAutofit/>
                    </a:bodyPr>
                    <a:lstStyle/>
                    <a:p>
                      <a:r>
                        <a:rPr sz="2250" b="0">
                          <a:solidFill>
                            <a:srgbClr val="11233E"/>
                          </a:solidFill>
                          <a:latin typeface="Arial"/>
                          <a:ea typeface="Arial"/>
                          <a:cs typeface="Arial"/>
                        </a:rPr>
                        <a:t>validez de los códigos QR.</a:t>
                      </a:r>
                    </a:p>
                  </a:txBody>
                  <a:tcPr marL="133350" marR="133350" marT="76200" marB="76200" anchor="ctr">
                    <a:lnR w="7620">
                      <a:solidFill>
                        <a:srgbClr val="C9C4BA"/>
                      </a:solidFill>
                      <a:prstDash val="solid"/>
                    </a:lnR>
                    <a:lnB w="7620">
                      <a:solidFill>
                        <a:srgbClr val="C9C4BA"/>
                      </a:solidFill>
                      <a:prstDash val="solid"/>
                    </a:lnB>
                    <a:solidFill>
                      <a:srgbClr val="F6F1E8"/>
                    </a:solidFill>
                  </a:tcPr>
                </a:tc>
              </a:tr>
              <a:tr h="542925">
                <a:tc>
                  <a:txBody>
                    <a:bodyPr>
                      <a:noAutofit/>
                    </a:bodyPr>
                    <a:lstStyle/>
                    <a:p>
                      <a:r>
                        <a:rPr sz="2250" b="0">
                          <a:solidFill>
                            <a:srgbClr val="11233E"/>
                          </a:solidFill>
                          <a:latin typeface="Arial"/>
                          <a:ea typeface="Arial"/>
                          <a:cs typeface="Arial"/>
                        </a:rPr>
                        <a:t>Pagos</a:t>
                      </a:r>
                    </a:p>
                  </a:txBody>
                  <a:tcPr marL="133350" marR="133350" marT="76200" marB="76200" anchor="ctr">
                    <a:lnL w="7620">
                      <a:solidFill>
                        <a:srgbClr val="C9C4BA"/>
                      </a:solidFill>
                      <a:prstDash val="solid"/>
                    </a:lnL>
                    <a:lnR w="7620">
                      <a:solidFill>
                        <a:srgbClr val="C9C4BA"/>
                      </a:solidFill>
                      <a:prstDash val="solid"/>
                    </a:lnR>
                    <a:lnB w="7620">
                      <a:solidFill>
                        <a:srgbClr val="C9C4BA"/>
                      </a:solidFill>
                      <a:prstDash val="solid"/>
                    </a:lnB>
                    <a:solidFill>
                      <a:srgbClr val="F6F1E8"/>
                    </a:solidFill>
                  </a:tcPr>
                </a:tc>
                <a:tc>
                  <a:txBody>
                    <a:bodyPr>
                      <a:noAutofit/>
                    </a:bodyPr>
                    <a:lstStyle/>
                    <a:p>
                      <a:r>
                        <a:rPr sz="2250" b="0">
                          <a:solidFill>
                            <a:srgbClr val="11233E"/>
                          </a:solidFill>
                          <a:latin typeface="Arial"/>
                          <a:ea typeface="Arial"/>
                          <a:cs typeface="Arial"/>
                        </a:rPr>
                        <a:t>conservar el cobro original.</a:t>
                      </a:r>
                    </a:p>
                  </a:txBody>
                  <a:tcPr marL="133350" marR="133350" marT="76200" marB="76200" anchor="ctr">
                    <a:lnR w="7620">
                      <a:solidFill>
                        <a:srgbClr val="C9C4BA"/>
                      </a:solidFill>
                      <a:prstDash val="solid"/>
                    </a:lnR>
                    <a:lnB w="7620">
                      <a:solidFill>
                        <a:srgbClr val="C9C4BA"/>
                      </a:solidFill>
                      <a:prstDash val="solid"/>
                    </a:lnB>
                    <a:solidFill>
                      <a:srgbClr val="F6F1E8"/>
                    </a:solidFill>
                  </a:tcPr>
                </a:tc>
              </a:tr>
              <a:tr h="542925">
                <a:tc>
                  <a:txBody>
                    <a:bodyPr>
                      <a:noAutofit/>
                    </a:bodyPr>
                    <a:lstStyle/>
                    <a:p>
                      <a:r>
                        <a:rPr sz="2250" b="0">
                          <a:solidFill>
                            <a:srgbClr val="11233E"/>
                          </a:solidFill>
                          <a:latin typeface="Arial"/>
                          <a:ea typeface="Arial"/>
                          <a:cs typeface="Arial"/>
                        </a:rPr>
                        <a:t>Concurrencia</a:t>
                      </a:r>
                    </a:p>
                  </a:txBody>
                  <a:tcPr marL="133350" marR="133350" marT="76200" marB="76200" anchor="ctr">
                    <a:lnL w="7620">
                      <a:solidFill>
                        <a:srgbClr val="C9C4BA"/>
                      </a:solidFill>
                      <a:prstDash val="solid"/>
                    </a:lnL>
                    <a:lnR w="7620">
                      <a:solidFill>
                        <a:srgbClr val="C9C4BA"/>
                      </a:solidFill>
                      <a:prstDash val="solid"/>
                    </a:lnR>
                    <a:lnB w="7620">
                      <a:solidFill>
                        <a:srgbClr val="C9C4BA"/>
                      </a:solidFill>
                      <a:prstDash val="solid"/>
                    </a:lnB>
                    <a:solidFill>
                      <a:srgbClr val="F6F1E8"/>
                    </a:solidFill>
                  </a:tcPr>
                </a:tc>
                <a:tc>
                  <a:txBody>
                    <a:bodyPr>
                      <a:noAutofit/>
                    </a:bodyPr>
                    <a:lstStyle/>
                    <a:p>
                      <a:r>
                        <a:rPr sz="2250" b="0">
                          <a:solidFill>
                            <a:srgbClr val="11233E"/>
                          </a:solidFill>
                          <a:latin typeface="Arial"/>
                          <a:ea typeface="Arial"/>
                          <a:cs typeface="Arial"/>
                        </a:rPr>
                        <a:t>dos solicitudes no deben crear dos titulares.</a:t>
                      </a:r>
                    </a:p>
                  </a:txBody>
                  <a:tcPr marL="133350" marR="133350" marT="76200" marB="76200" anchor="ctr">
                    <a:lnR w="7620">
                      <a:solidFill>
                        <a:srgbClr val="C9C4BA"/>
                      </a:solidFill>
                      <a:prstDash val="solid"/>
                    </a:lnR>
                    <a:lnB w="7620">
                      <a:solidFill>
                        <a:srgbClr val="C9C4BA"/>
                      </a:solidFill>
                      <a:prstDash val="solid"/>
                    </a:lnB>
                    <a:solidFill>
                      <a:srgbClr val="F6F1E8"/>
                    </a:solidFill>
                  </a:tcPr>
                </a:tc>
              </a:tr>
            </a:tbl>
          </a:graphicData>
        </a:graphic>
      </p:graphicFrame>
      <p:sp>
        <p:nvSpPr>
          <p:cNvPr id="4" name="ejemplo-visible">
            <a:extLst xmlns:a="http://schemas.openxmlformats.org/drawingml/2006/main">
              <a:ext uri="{FF2B5EF4-FFF2-40B4-BE49-F238E27FC236}">
                <a16:creationId xmlns:a16="http://schemas.microsoft.com/office/drawing/2014/main" id="{81071C12-3944-4A41-98F8-9CB20B75936C}"/>
              </a:ext>
            </a:extLst>
          </p:cNvPr>
          <p:cNvSpPr>
            <a:spLocks xmlns:a="http://schemas.openxmlformats.org/drawingml/2006/main" noGrp="1"/>
          </p:cNvSpPr>
          <p:nvPr/>
        </p:nvSpPr>
        <p:spPr>
          <a:xfrm xmlns:a="http://schemas.openxmlformats.org/drawingml/2006/main">
            <a:off x="609600" y="56769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A75C32"/>
                </a:solidFill>
                <a:latin typeface="Arial"/>
                <a:ea typeface="Arial"/>
                <a:cs typeface="Arial"/>
              </a:defRPr>
            </a:defPPr>
            <a:lvl1pPr algn="l">
              <a:defRPr sz="2175" b="0">
                <a:solidFill>
                  <a:srgbClr val="A75C32"/>
                </a:solidFill>
                <a:latin typeface="Arial"/>
                <a:ea typeface="Arial"/>
                <a:cs typeface="Arial"/>
              </a:defRPr>
            </a:lvl1pPr>
            <a:lvl2pPr algn="l">
              <a:defRPr sz="2175" b="0">
                <a:solidFill>
                  <a:srgbClr val="A75C32"/>
                </a:solidFill>
                <a:latin typeface="Arial"/>
                <a:ea typeface="Arial"/>
                <a:cs typeface="Arial"/>
              </a:defRPr>
            </a:lvl2pPr>
            <a:lvl3pPr algn="l">
              <a:defRPr sz="2175" b="0">
                <a:solidFill>
                  <a:srgbClr val="A75C32"/>
                </a:solidFill>
                <a:latin typeface="Arial"/>
                <a:ea typeface="Arial"/>
                <a:cs typeface="Arial"/>
              </a:defRPr>
            </a:lvl3pPr>
            <a:lvl4pPr algn="l">
              <a:defRPr sz="2175" b="0">
                <a:solidFill>
                  <a:srgbClr val="A75C32"/>
                </a:solidFill>
                <a:latin typeface="Arial"/>
                <a:ea typeface="Arial"/>
                <a:cs typeface="Arial"/>
              </a:defRPr>
            </a:lvl4pPr>
            <a:lvl5pPr algn="l">
              <a:defRPr sz="2175" b="0">
                <a:solidFill>
                  <a:srgbClr val="A75C32"/>
                </a:solidFill>
                <a:latin typeface="Arial"/>
                <a:ea typeface="Arial"/>
                <a:cs typeface="Arial"/>
              </a:defRPr>
            </a:lvl5pPr>
            <a:lvl6pPr algn="l">
              <a:defRPr sz="2175" b="0">
                <a:solidFill>
                  <a:srgbClr val="A75C32"/>
                </a:solidFill>
                <a:latin typeface="Arial"/>
                <a:ea typeface="Arial"/>
                <a:cs typeface="Arial"/>
              </a:defRPr>
            </a:lvl6pPr>
            <a:lvl7pPr algn="l">
              <a:defRPr sz="2175" b="0">
                <a:solidFill>
                  <a:srgbClr val="A75C32"/>
                </a:solidFill>
                <a:latin typeface="Arial"/>
                <a:ea typeface="Arial"/>
                <a:cs typeface="Arial"/>
              </a:defRPr>
            </a:lvl7pPr>
            <a:lvl8pPr algn="l">
              <a:defRPr sz="2175" b="0">
                <a:solidFill>
                  <a:srgbClr val="A75C32"/>
                </a:solidFill>
                <a:latin typeface="Arial"/>
                <a:ea typeface="Arial"/>
                <a:cs typeface="Arial"/>
              </a:defRPr>
            </a:lvl8pPr>
            <a:lvl9pPr algn="l">
              <a:defRPr sz="2175" b="0">
                <a:solidFill>
                  <a:srgbClr val="A75C32"/>
                </a:solidFill>
                <a:latin typeface="Arial"/>
                <a:ea typeface="Arial"/>
                <a:cs typeface="Arial"/>
              </a:defRPr>
            </a:lvl9pPr>
          </a:lstStyle>
          <a:p xmlns:a="http://schemas.openxmlformats.org/drawingml/2006/main">
            <a:pPr algn="l">
              <a:lnSpc>
                <a:spcPct val="108000"/>
              </a:lnSpc>
              <a:buNone/>
              <a:defRPr sz="2175" b="0">
                <a:solidFill>
                  <a:srgbClr val="A75C32"/>
                </a:solidFill>
                <a:latin typeface="Arial"/>
                <a:ea typeface="Arial"/>
                <a:cs typeface="Arial"/>
              </a:defRPr>
            </a:pPr>
            <a:r>
              <a:rPr sz="2175" b="0">
                <a:solidFill>
                  <a:srgbClr val="A75C32"/>
                </a:solidFill>
                <a:latin typeface="Arial"/>
                <a:ea typeface="Arial"/>
                <a:cs typeface="Arial"/>
              </a:rPr>
              <a:t>Una transferencia puede afectar datos y validación de acceso aunque el cambio visible sea un botón.</a:t>
            </a:r>
          </a:p>
        </p:txBody>
      </p:sp>
      <p:sp>
        <p:nvSpPr>
          <p:cNvPr id="5" name="numero-pagina">
            <a:extLst xmlns:a="http://schemas.openxmlformats.org/drawingml/2006/main">
              <a:ext uri="{FF2B5EF4-FFF2-40B4-BE49-F238E27FC236}">
                <a16:creationId xmlns:a16="http://schemas.microsoft.com/office/drawing/2014/main" id="{BE63F1A2-5217-4967-B82B-9CA009A5920D}"/>
              </a:ext>
            </a:extLst>
          </p:cNvPr>
          <p:cNvSpPr>
            <a:spLocks xmlns:a="http://schemas.openxmlformats.org/drawingml/2006/main" noGrp="1"/>
          </p:cNvSpPr>
          <p:nvPr/>
        </p:nvSpPr>
        <p:spPr>
          <a:xfrm xmlns:a="http://schemas.openxmlformats.org/drawingml/2006/main">
            <a:off x="10972800" y="6400800"/>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11233E"/>
                </a:solidFill>
                <a:latin typeface="Arial"/>
                <a:ea typeface="Arial"/>
                <a:cs typeface="Arial"/>
              </a:defRPr>
            </a:defPPr>
            <a:lvl1pPr algn="r">
              <a:defRPr sz="1350" b="0">
                <a:solidFill>
                  <a:srgbClr val="11233E"/>
                </a:solidFill>
                <a:latin typeface="Arial"/>
                <a:ea typeface="Arial"/>
                <a:cs typeface="Arial"/>
              </a:defRPr>
            </a:lvl1pPr>
            <a:lvl2pPr algn="r">
              <a:defRPr sz="1350" b="0">
                <a:solidFill>
                  <a:srgbClr val="11233E"/>
                </a:solidFill>
                <a:latin typeface="Arial"/>
                <a:ea typeface="Arial"/>
                <a:cs typeface="Arial"/>
              </a:defRPr>
            </a:lvl2pPr>
            <a:lvl3pPr algn="r">
              <a:defRPr sz="1350" b="0">
                <a:solidFill>
                  <a:srgbClr val="11233E"/>
                </a:solidFill>
                <a:latin typeface="Arial"/>
                <a:ea typeface="Arial"/>
                <a:cs typeface="Arial"/>
              </a:defRPr>
            </a:lvl3pPr>
            <a:lvl4pPr algn="r">
              <a:defRPr sz="1350" b="0">
                <a:solidFill>
                  <a:srgbClr val="11233E"/>
                </a:solidFill>
                <a:latin typeface="Arial"/>
                <a:ea typeface="Arial"/>
                <a:cs typeface="Arial"/>
              </a:defRPr>
            </a:lvl4pPr>
            <a:lvl5pPr algn="r">
              <a:defRPr sz="1350" b="0">
                <a:solidFill>
                  <a:srgbClr val="11233E"/>
                </a:solidFill>
                <a:latin typeface="Arial"/>
                <a:ea typeface="Arial"/>
                <a:cs typeface="Arial"/>
              </a:defRPr>
            </a:lvl5pPr>
            <a:lvl6pPr algn="r">
              <a:defRPr sz="1350" b="0">
                <a:solidFill>
                  <a:srgbClr val="11233E"/>
                </a:solidFill>
                <a:latin typeface="Arial"/>
                <a:ea typeface="Arial"/>
                <a:cs typeface="Arial"/>
              </a:defRPr>
            </a:lvl6pPr>
            <a:lvl7pPr algn="r">
              <a:defRPr sz="1350" b="0">
                <a:solidFill>
                  <a:srgbClr val="11233E"/>
                </a:solidFill>
                <a:latin typeface="Arial"/>
                <a:ea typeface="Arial"/>
                <a:cs typeface="Arial"/>
              </a:defRPr>
            </a:lvl7pPr>
            <a:lvl8pPr algn="r">
              <a:defRPr sz="1350" b="0">
                <a:solidFill>
                  <a:srgbClr val="11233E"/>
                </a:solidFill>
                <a:latin typeface="Arial"/>
                <a:ea typeface="Arial"/>
                <a:cs typeface="Arial"/>
              </a:defRPr>
            </a:lvl8pPr>
            <a:lvl9pPr algn="r">
              <a:defRPr sz="1350" b="0">
                <a:solidFill>
                  <a:srgbClr val="11233E"/>
                </a:solidFill>
                <a:latin typeface="Arial"/>
                <a:ea typeface="Arial"/>
                <a:cs typeface="Arial"/>
              </a:defRPr>
            </a:lvl9pPr>
          </a:lstStyle>
          <a:p xmlns:a="http://schemas.openxmlformats.org/drawingml/2006/main">
            <a:pPr algn="r">
              <a:lnSpc>
                <a:spcPct val="108000"/>
              </a:lnSpc>
              <a:buNone/>
              <a:defRPr sz="1350" b="0">
                <a:solidFill>
                  <a:srgbClr val="11233E"/>
                </a:solidFill>
                <a:latin typeface="Arial"/>
                <a:ea typeface="Arial"/>
                <a:cs typeface="Arial"/>
              </a:defRPr>
            </a:pPr>
            <a:r>
              <a:rPr sz="1350" b="0">
                <a:solidFill>
                  <a:srgbClr val="11233E"/>
                </a:solidFill>
                <a:latin typeface="Arial"/>
                <a:ea typeface="Arial"/>
                <a:cs typeface="Arial"/>
              </a:rPr>
              <a:t>09</a:t>
            </a:r>
          </a:p>
        </p:txBody>
      </p:sp>
    </p:spTree>
    <p:extLst>
      <p:ext uri="{BB962C8B-B14F-4D97-AF65-F5344CB8AC3E}">
        <p14:creationId xmlns:p14="http://schemas.microsoft.com/office/powerpoint/2010/main" val="891424425"/>
      </p:ext>
    </p:extLst>
  </p:cSld>
</p:sld>
</file>

<file path=ppt/slides/slide10.xml><?xml version="1.0" encoding="utf-8"?>
<p:sld xmlns:p="http://schemas.openxmlformats.org/presentationml/2006/main">
  <p:cSld>
    <p:bg>
      <p:bgPr>
        <a:solidFill xmlns:a="http://schemas.openxmlformats.org/drawingml/2006/main">
          <a:srgbClr val="11233E"/>
        </a:solidFill>
      </p:bgPr>
    </p:bg>
    <p:spTree>
      <p:nvGrpSpPr>
        <p:cNvPr id="1" name=""/>
        <p:cNvGrpSpPr/>
        <p:nvPr/>
      </p:nvGrpSpPr>
      <p:grpSpPr>
        <a:xfrm xmlns:a="http://schemas.openxmlformats.org/drawingml/2006/main"/>
      </p:grpSpPr>
      <p:sp>
        <p:nvSpPr>
          <p:cNvPr id="6" name="titulo">
            <a:extLst xmlns:a="http://schemas.openxmlformats.org/drawingml/2006/main">
              <a:ext uri="{FF2B5EF4-FFF2-40B4-BE49-F238E27FC236}">
                <a16:creationId xmlns:a16="http://schemas.microsoft.com/office/drawing/2014/main" id="{AECE4926-4C13-4446-A497-75076E087ADF}"/>
              </a:ext>
            </a:extLst>
          </p:cNvPr>
          <p:cNvSpPr>
            <a:spLocks xmlns:a="http://schemas.openxmlformats.org/drawingml/2006/main" noGrp="1"/>
          </p:cNvSpPr>
          <p:nvPr/>
        </p:nvSpPr>
        <p:spPr>
          <a:xfrm xmlns:a="http://schemas.openxmlformats.org/drawingml/2006/main">
            <a:off x="609600" y="571500"/>
            <a:ext cx="109728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050" b="1">
                <a:solidFill>
                  <a:srgbClr val="F6F1E8"/>
                </a:solidFill>
                <a:latin typeface="Arial"/>
                <a:ea typeface="Arial"/>
                <a:cs typeface="Arial"/>
              </a:defRPr>
            </a:defPPr>
            <a:lvl1pPr algn="l">
              <a:defRPr sz="4050" b="1">
                <a:solidFill>
                  <a:srgbClr val="F6F1E8"/>
                </a:solidFill>
                <a:latin typeface="Arial"/>
                <a:ea typeface="Arial"/>
                <a:cs typeface="Arial"/>
              </a:defRPr>
            </a:lvl1pPr>
            <a:lvl2pPr algn="l">
              <a:defRPr sz="4050" b="1">
                <a:solidFill>
                  <a:srgbClr val="F6F1E8"/>
                </a:solidFill>
                <a:latin typeface="Arial"/>
                <a:ea typeface="Arial"/>
                <a:cs typeface="Arial"/>
              </a:defRPr>
            </a:lvl2pPr>
            <a:lvl3pPr algn="l">
              <a:defRPr sz="4050" b="1">
                <a:solidFill>
                  <a:srgbClr val="F6F1E8"/>
                </a:solidFill>
                <a:latin typeface="Arial"/>
                <a:ea typeface="Arial"/>
                <a:cs typeface="Arial"/>
              </a:defRPr>
            </a:lvl3pPr>
            <a:lvl4pPr algn="l">
              <a:defRPr sz="4050" b="1">
                <a:solidFill>
                  <a:srgbClr val="F6F1E8"/>
                </a:solidFill>
                <a:latin typeface="Arial"/>
                <a:ea typeface="Arial"/>
                <a:cs typeface="Arial"/>
              </a:defRPr>
            </a:lvl4pPr>
            <a:lvl5pPr algn="l">
              <a:defRPr sz="4050" b="1">
                <a:solidFill>
                  <a:srgbClr val="F6F1E8"/>
                </a:solidFill>
                <a:latin typeface="Arial"/>
                <a:ea typeface="Arial"/>
                <a:cs typeface="Arial"/>
              </a:defRPr>
            </a:lvl5pPr>
            <a:lvl6pPr algn="l">
              <a:defRPr sz="4050" b="1">
                <a:solidFill>
                  <a:srgbClr val="F6F1E8"/>
                </a:solidFill>
                <a:latin typeface="Arial"/>
                <a:ea typeface="Arial"/>
                <a:cs typeface="Arial"/>
              </a:defRPr>
            </a:lvl6pPr>
            <a:lvl7pPr algn="l">
              <a:defRPr sz="4050" b="1">
                <a:solidFill>
                  <a:srgbClr val="F6F1E8"/>
                </a:solidFill>
                <a:latin typeface="Arial"/>
                <a:ea typeface="Arial"/>
                <a:cs typeface="Arial"/>
              </a:defRPr>
            </a:lvl7pPr>
            <a:lvl8pPr algn="l">
              <a:defRPr sz="4050" b="1">
                <a:solidFill>
                  <a:srgbClr val="F6F1E8"/>
                </a:solidFill>
                <a:latin typeface="Arial"/>
                <a:ea typeface="Arial"/>
                <a:cs typeface="Arial"/>
              </a:defRPr>
            </a:lvl8pPr>
            <a:lvl9pPr algn="l">
              <a:defRPr sz="4050" b="1">
                <a:solidFill>
                  <a:srgbClr val="F6F1E8"/>
                </a:solidFill>
                <a:latin typeface="Arial"/>
                <a:ea typeface="Arial"/>
                <a:cs typeface="Arial"/>
              </a:defRPr>
            </a:lvl9pPr>
          </a:lstStyle>
          <a:p xmlns:a="http://schemas.openxmlformats.org/drawingml/2006/main">
            <a:pPr algn="l">
              <a:lnSpc>
                <a:spcPct val="108000"/>
              </a:lnSpc>
              <a:buNone/>
              <a:defRPr sz="4050" b="1">
                <a:solidFill>
                  <a:srgbClr val="F6F1E8"/>
                </a:solidFill>
                <a:latin typeface="Arial"/>
                <a:ea typeface="Arial"/>
                <a:cs typeface="Arial"/>
              </a:defRPr>
            </a:pPr>
            <a:r>
              <a:rPr sz="4050" b="1">
                <a:solidFill>
                  <a:srgbClr val="F6F1E8"/>
                </a:solidFill>
                <a:latin typeface="Arial"/>
                <a:ea typeface="Arial"/>
                <a:cs typeface="Arial"/>
              </a:rPr>
              <a:t>Roles y decisión del cambio</a:t>
            </a:r>
          </a:p>
        </p:txBody>
      </p:sp>
      <p:sp>
        <p:nvSpPr>
          <p:cNvPr id="2" name="concepto-tabla">
            <a:extLst xmlns:a="http://schemas.openxmlformats.org/drawingml/2006/main">
              <a:ext uri="{FF2B5EF4-FFF2-40B4-BE49-F238E27FC236}">
                <a16:creationId xmlns:a16="http://schemas.microsoft.com/office/drawing/2014/main" id="{865CF348-AA9B-4C50-B200-F5D32CDA4019}"/>
              </a:ext>
            </a:extLst>
          </p:cNvPr>
          <p:cNvSpPr>
            <a:spLocks xmlns:a="http://schemas.openxmlformats.org/drawingml/2006/main" noGrp="1"/>
          </p:cNvSpPr>
          <p:nvPr/>
        </p:nvSpPr>
        <p:spPr>
          <a:xfrm xmlns:a="http://schemas.openxmlformats.org/drawingml/2006/main">
            <a:off x="609600" y="180975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F6F1E8"/>
                </a:solidFill>
                <a:latin typeface="Arial"/>
                <a:ea typeface="Arial"/>
                <a:cs typeface="Arial"/>
              </a:defRPr>
            </a:defPPr>
            <a:lvl1pPr algn="l">
              <a:defRPr sz="2700" b="1">
                <a:solidFill>
                  <a:srgbClr val="F6F1E8"/>
                </a:solidFill>
                <a:latin typeface="Arial"/>
                <a:ea typeface="Arial"/>
                <a:cs typeface="Arial"/>
              </a:defRPr>
            </a:lvl1pPr>
            <a:lvl2pPr algn="l">
              <a:defRPr sz="2700" b="1">
                <a:solidFill>
                  <a:srgbClr val="F6F1E8"/>
                </a:solidFill>
                <a:latin typeface="Arial"/>
                <a:ea typeface="Arial"/>
                <a:cs typeface="Arial"/>
              </a:defRPr>
            </a:lvl2pPr>
            <a:lvl3pPr algn="l">
              <a:defRPr sz="2700" b="1">
                <a:solidFill>
                  <a:srgbClr val="F6F1E8"/>
                </a:solidFill>
                <a:latin typeface="Arial"/>
                <a:ea typeface="Arial"/>
                <a:cs typeface="Arial"/>
              </a:defRPr>
            </a:lvl3pPr>
            <a:lvl4pPr algn="l">
              <a:defRPr sz="2700" b="1">
                <a:solidFill>
                  <a:srgbClr val="F6F1E8"/>
                </a:solidFill>
                <a:latin typeface="Arial"/>
                <a:ea typeface="Arial"/>
                <a:cs typeface="Arial"/>
              </a:defRPr>
            </a:lvl4pPr>
            <a:lvl5pPr algn="l">
              <a:defRPr sz="2700" b="1">
                <a:solidFill>
                  <a:srgbClr val="F6F1E8"/>
                </a:solidFill>
                <a:latin typeface="Arial"/>
                <a:ea typeface="Arial"/>
                <a:cs typeface="Arial"/>
              </a:defRPr>
            </a:lvl5pPr>
            <a:lvl6pPr algn="l">
              <a:defRPr sz="2700" b="1">
                <a:solidFill>
                  <a:srgbClr val="F6F1E8"/>
                </a:solidFill>
                <a:latin typeface="Arial"/>
                <a:ea typeface="Arial"/>
                <a:cs typeface="Arial"/>
              </a:defRPr>
            </a:lvl6pPr>
            <a:lvl7pPr algn="l">
              <a:defRPr sz="2700" b="1">
                <a:solidFill>
                  <a:srgbClr val="F6F1E8"/>
                </a:solidFill>
                <a:latin typeface="Arial"/>
                <a:ea typeface="Arial"/>
                <a:cs typeface="Arial"/>
              </a:defRPr>
            </a:lvl7pPr>
            <a:lvl8pPr algn="l">
              <a:defRPr sz="2700" b="1">
                <a:solidFill>
                  <a:srgbClr val="F6F1E8"/>
                </a:solidFill>
                <a:latin typeface="Arial"/>
                <a:ea typeface="Arial"/>
                <a:cs typeface="Arial"/>
              </a:defRPr>
            </a:lvl8pPr>
            <a:lvl9pPr algn="l">
              <a:defRPr sz="2700" b="1">
                <a:solidFill>
                  <a:srgbClr val="F6F1E8"/>
                </a:solidFill>
                <a:latin typeface="Arial"/>
                <a:ea typeface="Arial"/>
                <a:cs typeface="Arial"/>
              </a:defRPr>
            </a:lvl9pPr>
          </a:lstStyle>
          <a:p xmlns:a="http://schemas.openxmlformats.org/drawingml/2006/main">
            <a:pPr algn="l">
              <a:lnSpc>
                <a:spcPct val="108000"/>
              </a:lnSpc>
              <a:buNone/>
              <a:defRPr sz="2700" b="1">
                <a:solidFill>
                  <a:srgbClr val="F6F1E8"/>
                </a:solidFill>
                <a:latin typeface="Arial"/>
                <a:ea typeface="Arial"/>
                <a:cs typeface="Arial"/>
              </a:defRPr>
            </a:pPr>
            <a:r>
              <a:rPr sz="2700" b="1">
                <a:solidFill>
                  <a:srgbClr val="F6F1E8"/>
                </a:solidFill>
                <a:latin typeface="Arial"/>
                <a:ea typeface="Arial"/>
                <a:cs typeface="Arial"/>
              </a:rPr>
              <a:t>Distribuye responsabilidades sobre la misma solicitud.</a:t>
            </a:r>
          </a:p>
        </p:txBody>
      </p:sp>
      <p:graphicFrame>
        <p:nvGraphicFramePr>
          <p:cNvPr id="3" name="">
            <a:extLst xmlns:a="http://schemas.openxmlformats.org/drawingml/2006/main">
              <a:ext uri="{FF2B5EF4-FFF2-40B4-BE49-F238E27FC236}">
                <a16:creationId xmlns:a16="http://schemas.microsoft.com/office/drawing/2014/main" id="{A2EBF21A-2F49-4FBF-8F7E-7941564C2F99}"/>
              </a:ext>
            </a:extLst>
          </p:cNvPr>
          <p:cNvGraphicFramePr/>
          <p:nvPr/>
        </p:nvGraphicFramePr>
        <p:xfrm>
          <a:off xmlns:a="http://schemas.openxmlformats.org/drawingml/2006/main" x="609600" y="2714625"/>
          <a:ext xmlns:a="http://schemas.openxmlformats.org/drawingml/2006/main" cx="10972800" cy="2476500"/>
        </p:xfrm>
        <a:graphic xmlns:a="http://schemas.openxmlformats.org/drawingml/2006/main">
          <a:graphicData uri="http://schemas.openxmlformats.org/drawingml/2006/table">
            <a:tbl>
              <a:tblPr firstRow="1" bandRow="0"/>
              <a:tblGrid>
                <a:gridCol w="2857500"/>
                <a:gridCol w="8115300"/>
              </a:tblGrid>
              <a:tr h="495300">
                <a:tc>
                  <a:txBody>
                    <a:bodyPr>
                      <a:noAutofit/>
                    </a:bodyPr>
                    <a:lstStyle/>
                    <a:p>
                      <a:r>
                        <a:rPr sz="2250" b="1">
                          <a:solidFill>
                            <a:srgbClr val="11233E"/>
                          </a:solidFill>
                          <a:latin typeface="Arial"/>
                          <a:ea typeface="Arial"/>
                          <a:cs typeface="Arial"/>
                        </a:rPr>
                        <a:t>Participante</a:t>
                      </a:r>
                    </a:p>
                  </a:txBody>
                  <a:tcPr marL="133350" marR="133350" marT="76200" marB="76200" anchor="ctr">
                    <a:lnL w="7620">
                      <a:solidFill>
                        <a:srgbClr val="526079"/>
                      </a:solidFill>
                      <a:prstDash val="solid"/>
                    </a:lnL>
                    <a:lnR w="7620">
                      <a:solidFill>
                        <a:srgbClr val="526079"/>
                      </a:solidFill>
                      <a:prstDash val="solid"/>
                    </a:lnR>
                    <a:lnT w="7620">
                      <a:solidFill>
                        <a:srgbClr val="526079"/>
                      </a:solidFill>
                      <a:prstDash val="solid"/>
                    </a:lnT>
                    <a:lnB w="7620">
                      <a:solidFill>
                        <a:srgbClr val="526079"/>
                      </a:solidFill>
                      <a:prstDash val="solid"/>
                    </a:lnB>
                    <a:solidFill>
                      <a:srgbClr val="F6F1E8"/>
                    </a:solidFill>
                  </a:tcPr>
                </a:tc>
                <a:tc>
                  <a:txBody>
                    <a:bodyPr>
                      <a:noAutofit/>
                    </a:bodyPr>
                    <a:lstStyle/>
                    <a:p>
                      <a:r>
                        <a:rPr sz="2250" b="1">
                          <a:solidFill>
                            <a:srgbClr val="11233E"/>
                          </a:solidFill>
                          <a:latin typeface="Arial"/>
                          <a:ea typeface="Arial"/>
                          <a:cs typeface="Arial"/>
                        </a:rPr>
                        <a:t>Responsabilidad</a:t>
                      </a:r>
                    </a:p>
                  </a:txBody>
                  <a:tcPr marL="133350" marR="133350" marT="76200" marB="76200" anchor="ctr">
                    <a:lnR w="7620">
                      <a:solidFill>
                        <a:srgbClr val="526079"/>
                      </a:solidFill>
                      <a:prstDash val="solid"/>
                    </a:lnR>
                    <a:lnT w="7620">
                      <a:solidFill>
                        <a:srgbClr val="526079"/>
                      </a:solidFill>
                      <a:prstDash val="solid"/>
                    </a:lnT>
                    <a:lnB w="7620">
                      <a:solidFill>
                        <a:srgbClr val="526079"/>
                      </a:solidFill>
                      <a:prstDash val="solid"/>
                    </a:lnB>
                    <a:solidFill>
                      <a:srgbClr val="F6F1E8"/>
                    </a:solidFill>
                  </a:tcPr>
                </a:tc>
              </a:tr>
              <a:tr h="495300">
                <a:tc>
                  <a:txBody>
                    <a:bodyPr>
                      <a:noAutofit/>
                    </a:bodyPr>
                    <a:lstStyle/>
                    <a:p>
                      <a:r>
                        <a:rPr sz="2250" b="0">
                          <a:solidFill>
                            <a:srgbClr val="F6F1E8"/>
                          </a:solidFill>
                          <a:latin typeface="Arial"/>
                          <a:ea typeface="Arial"/>
                          <a:cs typeface="Arial"/>
                        </a:rPr>
                        <a:t>Solicitante</a:t>
                      </a:r>
                    </a:p>
                  </a:txBody>
                  <a:tcPr marL="133350" marR="133350" marT="76200" marB="76200" anchor="ctr">
                    <a:lnL w="7620">
                      <a:solidFill>
                        <a:srgbClr val="526079"/>
                      </a:solidFill>
                      <a:prstDash val="solid"/>
                    </a:lnL>
                    <a:lnR w="7620">
                      <a:solidFill>
                        <a:srgbClr val="526079"/>
                      </a:solidFill>
                      <a:prstDash val="solid"/>
                    </a:lnR>
                    <a:lnB w="7620">
                      <a:solidFill>
                        <a:srgbClr val="526079"/>
                      </a:solidFill>
                      <a:prstDash val="solid"/>
                    </a:lnB>
                    <a:solidFill>
                      <a:srgbClr val="11233E"/>
                    </a:solidFill>
                  </a:tcPr>
                </a:tc>
                <a:tc>
                  <a:txBody>
                    <a:bodyPr>
                      <a:noAutofit/>
                    </a:bodyPr>
                    <a:lstStyle/>
                    <a:p>
                      <a:r>
                        <a:rPr sz="2250" b="0">
                          <a:solidFill>
                            <a:srgbClr val="F6F1E8"/>
                          </a:solidFill>
                          <a:latin typeface="Arial"/>
                          <a:ea typeface="Arial"/>
                          <a:cs typeface="Arial"/>
                        </a:rPr>
                        <a:t>necesidad y prioridad.</a:t>
                      </a:r>
                    </a:p>
                  </a:txBody>
                  <a:tcPr marL="133350" marR="133350" marT="76200" marB="76200" anchor="ctr">
                    <a:lnR w="7620">
                      <a:solidFill>
                        <a:srgbClr val="526079"/>
                      </a:solidFill>
                      <a:prstDash val="solid"/>
                    </a:lnR>
                    <a:lnB w="7620">
                      <a:solidFill>
                        <a:srgbClr val="526079"/>
                      </a:solidFill>
                      <a:prstDash val="solid"/>
                    </a:lnB>
                    <a:solidFill>
                      <a:srgbClr val="11233E"/>
                    </a:solidFill>
                  </a:tcPr>
                </a:tc>
              </a:tr>
              <a:tr h="495300">
                <a:tc>
                  <a:txBody>
                    <a:bodyPr>
                      <a:noAutofit/>
                    </a:bodyPr>
                    <a:lstStyle/>
                    <a:p>
                      <a:r>
                        <a:rPr sz="2250" b="0">
                          <a:solidFill>
                            <a:srgbClr val="F6F1E8"/>
                          </a:solidFill>
                          <a:latin typeface="Arial"/>
                          <a:ea typeface="Arial"/>
                          <a:cs typeface="Arial"/>
                        </a:rPr>
                        <a:t>Desarrollo</a:t>
                      </a:r>
                    </a:p>
                  </a:txBody>
                  <a:tcPr marL="133350" marR="133350" marT="76200" marB="76200" anchor="ctr">
                    <a:lnL w="7620">
                      <a:solidFill>
                        <a:srgbClr val="526079"/>
                      </a:solidFill>
                      <a:prstDash val="solid"/>
                    </a:lnL>
                    <a:lnR w="7620">
                      <a:solidFill>
                        <a:srgbClr val="526079"/>
                      </a:solidFill>
                      <a:prstDash val="solid"/>
                    </a:lnR>
                    <a:lnB w="7620">
                      <a:solidFill>
                        <a:srgbClr val="526079"/>
                      </a:solidFill>
                      <a:prstDash val="solid"/>
                    </a:lnB>
                    <a:solidFill>
                      <a:srgbClr val="11233E"/>
                    </a:solidFill>
                  </a:tcPr>
                </a:tc>
                <a:tc>
                  <a:txBody>
                    <a:bodyPr>
                      <a:noAutofit/>
                    </a:bodyPr>
                    <a:lstStyle/>
                    <a:p>
                      <a:r>
                        <a:rPr sz="2250" b="0">
                          <a:solidFill>
                            <a:srgbClr val="F6F1E8"/>
                          </a:solidFill>
                          <a:latin typeface="Arial"/>
                          <a:ea typeface="Arial"/>
                          <a:cs typeface="Arial"/>
                        </a:rPr>
                        <a:t>impacto y solución.</a:t>
                      </a:r>
                    </a:p>
                  </a:txBody>
                  <a:tcPr marL="133350" marR="133350" marT="76200" marB="76200" anchor="ctr">
                    <a:lnR w="7620">
                      <a:solidFill>
                        <a:srgbClr val="526079"/>
                      </a:solidFill>
                      <a:prstDash val="solid"/>
                    </a:lnR>
                    <a:lnB w="7620">
                      <a:solidFill>
                        <a:srgbClr val="526079"/>
                      </a:solidFill>
                      <a:prstDash val="solid"/>
                    </a:lnB>
                    <a:solidFill>
                      <a:srgbClr val="11233E"/>
                    </a:solidFill>
                  </a:tcPr>
                </a:tc>
              </a:tr>
              <a:tr h="495300">
                <a:tc>
                  <a:txBody>
                    <a:bodyPr>
                      <a:noAutofit/>
                    </a:bodyPr>
                    <a:lstStyle/>
                    <a:p>
                      <a:r>
                        <a:rPr sz="2250" b="0">
                          <a:solidFill>
                            <a:srgbClr val="F6F1E8"/>
                          </a:solidFill>
                          <a:latin typeface="Arial"/>
                          <a:ea typeface="Arial"/>
                          <a:cs typeface="Arial"/>
                        </a:rPr>
                        <a:t>Calidad</a:t>
                      </a:r>
                    </a:p>
                  </a:txBody>
                  <a:tcPr marL="133350" marR="133350" marT="76200" marB="76200" anchor="ctr">
                    <a:lnL w="7620">
                      <a:solidFill>
                        <a:srgbClr val="526079"/>
                      </a:solidFill>
                      <a:prstDash val="solid"/>
                    </a:lnL>
                    <a:lnR w="7620">
                      <a:solidFill>
                        <a:srgbClr val="526079"/>
                      </a:solidFill>
                      <a:prstDash val="solid"/>
                    </a:lnR>
                    <a:lnB w="7620">
                      <a:solidFill>
                        <a:srgbClr val="526079"/>
                      </a:solidFill>
                      <a:prstDash val="solid"/>
                    </a:lnB>
                    <a:solidFill>
                      <a:srgbClr val="11233E"/>
                    </a:solidFill>
                  </a:tcPr>
                </a:tc>
                <a:tc>
                  <a:txBody>
                    <a:bodyPr>
                      <a:noAutofit/>
                    </a:bodyPr>
                    <a:lstStyle/>
                    <a:p>
                      <a:r>
                        <a:rPr sz="2250" b="0">
                          <a:solidFill>
                            <a:srgbClr val="F6F1E8"/>
                          </a:solidFill>
                          <a:latin typeface="Arial"/>
                          <a:ea typeface="Arial"/>
                          <a:cs typeface="Arial"/>
                        </a:rPr>
                        <a:t>criterios, pruebas y revisión.</a:t>
                      </a:r>
                    </a:p>
                  </a:txBody>
                  <a:tcPr marL="133350" marR="133350" marT="76200" marB="76200" anchor="ctr">
                    <a:lnR w="7620">
                      <a:solidFill>
                        <a:srgbClr val="526079"/>
                      </a:solidFill>
                      <a:prstDash val="solid"/>
                    </a:lnR>
                    <a:lnB w="7620">
                      <a:solidFill>
                        <a:srgbClr val="526079"/>
                      </a:solidFill>
                      <a:prstDash val="solid"/>
                    </a:lnB>
                    <a:solidFill>
                      <a:srgbClr val="11233E"/>
                    </a:solidFill>
                  </a:tcPr>
                </a:tc>
              </a:tr>
              <a:tr h="495300">
                <a:tc>
                  <a:txBody>
                    <a:bodyPr>
                      <a:noAutofit/>
                    </a:bodyPr>
                    <a:lstStyle/>
                    <a:p>
                      <a:r>
                        <a:rPr sz="2250" b="0">
                          <a:solidFill>
                            <a:srgbClr val="F6F1E8"/>
                          </a:solidFill>
                          <a:latin typeface="Arial"/>
                          <a:ea typeface="Arial"/>
                          <a:cs typeface="Arial"/>
                        </a:rPr>
                        <a:t>Responsable</a:t>
                      </a:r>
                    </a:p>
                  </a:txBody>
                  <a:tcPr marL="133350" marR="133350" marT="76200" marB="76200" anchor="ctr">
                    <a:lnL w="7620">
                      <a:solidFill>
                        <a:srgbClr val="526079"/>
                      </a:solidFill>
                      <a:prstDash val="solid"/>
                    </a:lnL>
                    <a:lnR w="7620">
                      <a:solidFill>
                        <a:srgbClr val="526079"/>
                      </a:solidFill>
                      <a:prstDash val="solid"/>
                    </a:lnR>
                    <a:lnB w="7620">
                      <a:solidFill>
                        <a:srgbClr val="526079"/>
                      </a:solidFill>
                      <a:prstDash val="solid"/>
                    </a:lnB>
                    <a:solidFill>
                      <a:srgbClr val="11233E"/>
                    </a:solidFill>
                  </a:tcPr>
                </a:tc>
                <a:tc>
                  <a:txBody>
                    <a:bodyPr>
                      <a:noAutofit/>
                    </a:bodyPr>
                    <a:lstStyle/>
                    <a:p>
                      <a:r>
                        <a:rPr sz="2250" b="0">
                          <a:solidFill>
                            <a:srgbClr val="F6F1E8"/>
                          </a:solidFill>
                          <a:latin typeface="Arial"/>
                          <a:ea typeface="Arial"/>
                          <a:cs typeface="Arial"/>
                        </a:rPr>
                        <a:t>autorizar y coordinar la publicación.</a:t>
                      </a:r>
                    </a:p>
                  </a:txBody>
                  <a:tcPr marL="133350" marR="133350" marT="76200" marB="76200" anchor="ctr">
                    <a:lnR w="7620">
                      <a:solidFill>
                        <a:srgbClr val="526079"/>
                      </a:solidFill>
                      <a:prstDash val="solid"/>
                    </a:lnR>
                    <a:lnB w="7620">
                      <a:solidFill>
                        <a:srgbClr val="526079"/>
                      </a:solidFill>
                      <a:prstDash val="solid"/>
                    </a:lnB>
                    <a:solidFill>
                      <a:srgbClr val="11233E"/>
                    </a:solidFill>
                  </a:tcPr>
                </a:tc>
              </a:tr>
            </a:tbl>
          </a:graphicData>
        </a:graphic>
      </p:graphicFrame>
      <p:sp>
        <p:nvSpPr>
          <p:cNvPr id="4" name="ejemplo-visible">
            <a:extLst xmlns:a="http://schemas.openxmlformats.org/drawingml/2006/main">
              <a:ext uri="{FF2B5EF4-FFF2-40B4-BE49-F238E27FC236}">
                <a16:creationId xmlns:a16="http://schemas.microsoft.com/office/drawing/2014/main" id="{7353B202-3686-4A1F-AB6E-A663690FC613}"/>
              </a:ext>
            </a:extLst>
          </p:cNvPr>
          <p:cNvSpPr>
            <a:spLocks xmlns:a="http://schemas.openxmlformats.org/drawingml/2006/main" noGrp="1"/>
          </p:cNvSpPr>
          <p:nvPr/>
        </p:nvSpPr>
        <p:spPr>
          <a:xfrm xmlns:a="http://schemas.openxmlformats.org/drawingml/2006/main">
            <a:off x="609600" y="55245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D4DDEB"/>
                </a:solidFill>
                <a:latin typeface="Arial"/>
                <a:ea typeface="Arial"/>
                <a:cs typeface="Arial"/>
              </a:defRPr>
            </a:defPPr>
            <a:lvl1pPr algn="l">
              <a:defRPr sz="2175" b="0">
                <a:solidFill>
                  <a:srgbClr val="D4DDEB"/>
                </a:solidFill>
                <a:latin typeface="Arial"/>
                <a:ea typeface="Arial"/>
                <a:cs typeface="Arial"/>
              </a:defRPr>
            </a:lvl1pPr>
            <a:lvl2pPr algn="l">
              <a:defRPr sz="2175" b="0">
                <a:solidFill>
                  <a:srgbClr val="D4DDEB"/>
                </a:solidFill>
                <a:latin typeface="Arial"/>
                <a:ea typeface="Arial"/>
                <a:cs typeface="Arial"/>
              </a:defRPr>
            </a:lvl2pPr>
            <a:lvl3pPr algn="l">
              <a:defRPr sz="2175" b="0">
                <a:solidFill>
                  <a:srgbClr val="D4DDEB"/>
                </a:solidFill>
                <a:latin typeface="Arial"/>
                <a:ea typeface="Arial"/>
                <a:cs typeface="Arial"/>
              </a:defRPr>
            </a:lvl3pPr>
            <a:lvl4pPr algn="l">
              <a:defRPr sz="2175" b="0">
                <a:solidFill>
                  <a:srgbClr val="D4DDEB"/>
                </a:solidFill>
                <a:latin typeface="Arial"/>
                <a:ea typeface="Arial"/>
                <a:cs typeface="Arial"/>
              </a:defRPr>
            </a:lvl4pPr>
            <a:lvl5pPr algn="l">
              <a:defRPr sz="2175" b="0">
                <a:solidFill>
                  <a:srgbClr val="D4DDEB"/>
                </a:solidFill>
                <a:latin typeface="Arial"/>
                <a:ea typeface="Arial"/>
                <a:cs typeface="Arial"/>
              </a:defRPr>
            </a:lvl5pPr>
            <a:lvl6pPr algn="l">
              <a:defRPr sz="2175" b="0">
                <a:solidFill>
                  <a:srgbClr val="D4DDEB"/>
                </a:solidFill>
                <a:latin typeface="Arial"/>
                <a:ea typeface="Arial"/>
                <a:cs typeface="Arial"/>
              </a:defRPr>
            </a:lvl6pPr>
            <a:lvl7pPr algn="l">
              <a:defRPr sz="2175" b="0">
                <a:solidFill>
                  <a:srgbClr val="D4DDEB"/>
                </a:solidFill>
                <a:latin typeface="Arial"/>
                <a:ea typeface="Arial"/>
                <a:cs typeface="Arial"/>
              </a:defRPr>
            </a:lvl7pPr>
            <a:lvl8pPr algn="l">
              <a:defRPr sz="2175" b="0">
                <a:solidFill>
                  <a:srgbClr val="D4DDEB"/>
                </a:solidFill>
                <a:latin typeface="Arial"/>
                <a:ea typeface="Arial"/>
                <a:cs typeface="Arial"/>
              </a:defRPr>
            </a:lvl8pPr>
            <a:lvl9pPr algn="l">
              <a:defRPr sz="2175" b="0">
                <a:solidFill>
                  <a:srgbClr val="D4DDEB"/>
                </a:solidFill>
                <a:latin typeface="Arial"/>
                <a:ea typeface="Arial"/>
                <a:cs typeface="Arial"/>
              </a:defRPr>
            </a:lvl9pPr>
          </a:lstStyle>
          <a:p xmlns:a="http://schemas.openxmlformats.org/drawingml/2006/main">
            <a:pPr algn="l">
              <a:lnSpc>
                <a:spcPct val="108000"/>
              </a:lnSpc>
              <a:buNone/>
              <a:defRPr sz="2175" b="0">
                <a:solidFill>
                  <a:srgbClr val="D4DDEB"/>
                </a:solidFill>
                <a:latin typeface="Arial"/>
                <a:ea typeface="Arial"/>
                <a:cs typeface="Arial"/>
              </a:defRPr>
            </a:pPr>
            <a:r>
              <a:rPr sz="2175" b="0">
                <a:solidFill>
                  <a:srgbClr val="D4DDEB"/>
                </a:solidFill>
                <a:latin typeface="Arial"/>
                <a:ea typeface="Arial"/>
                <a:cs typeface="Arial"/>
              </a:rPr>
              <a:t>La decisión puede aplazar la función cuando el riesgo de admitir dos códigos todavía no tiene respuesta comprobable.</a:t>
            </a:r>
          </a:p>
        </p:txBody>
      </p:sp>
      <p:sp>
        <p:nvSpPr>
          <p:cNvPr id="5" name="numero-pagina">
            <a:extLst xmlns:a="http://schemas.openxmlformats.org/drawingml/2006/main">
              <a:ext uri="{FF2B5EF4-FFF2-40B4-BE49-F238E27FC236}">
                <a16:creationId xmlns:a16="http://schemas.microsoft.com/office/drawing/2014/main" id="{1A454F2A-178C-4E18-A0D7-499CDAEFD3D0}"/>
              </a:ext>
            </a:extLst>
          </p:cNvPr>
          <p:cNvSpPr>
            <a:spLocks xmlns:a="http://schemas.openxmlformats.org/drawingml/2006/main" noGrp="1"/>
          </p:cNvSpPr>
          <p:nvPr/>
        </p:nvSpPr>
        <p:spPr>
          <a:xfrm xmlns:a="http://schemas.openxmlformats.org/drawingml/2006/main">
            <a:off x="10972800" y="6400800"/>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D4DDEB"/>
                </a:solidFill>
                <a:latin typeface="Arial"/>
                <a:ea typeface="Arial"/>
                <a:cs typeface="Arial"/>
              </a:defRPr>
            </a:defPPr>
            <a:lvl1pPr algn="r">
              <a:defRPr sz="1350" b="0">
                <a:solidFill>
                  <a:srgbClr val="D4DDEB"/>
                </a:solidFill>
                <a:latin typeface="Arial"/>
                <a:ea typeface="Arial"/>
                <a:cs typeface="Arial"/>
              </a:defRPr>
            </a:lvl1pPr>
            <a:lvl2pPr algn="r">
              <a:defRPr sz="1350" b="0">
                <a:solidFill>
                  <a:srgbClr val="D4DDEB"/>
                </a:solidFill>
                <a:latin typeface="Arial"/>
                <a:ea typeface="Arial"/>
                <a:cs typeface="Arial"/>
              </a:defRPr>
            </a:lvl2pPr>
            <a:lvl3pPr algn="r">
              <a:defRPr sz="1350" b="0">
                <a:solidFill>
                  <a:srgbClr val="D4DDEB"/>
                </a:solidFill>
                <a:latin typeface="Arial"/>
                <a:ea typeface="Arial"/>
                <a:cs typeface="Arial"/>
              </a:defRPr>
            </a:lvl3pPr>
            <a:lvl4pPr algn="r">
              <a:defRPr sz="1350" b="0">
                <a:solidFill>
                  <a:srgbClr val="D4DDEB"/>
                </a:solidFill>
                <a:latin typeface="Arial"/>
                <a:ea typeface="Arial"/>
                <a:cs typeface="Arial"/>
              </a:defRPr>
            </a:lvl4pPr>
            <a:lvl5pPr algn="r">
              <a:defRPr sz="1350" b="0">
                <a:solidFill>
                  <a:srgbClr val="D4DDEB"/>
                </a:solidFill>
                <a:latin typeface="Arial"/>
                <a:ea typeface="Arial"/>
                <a:cs typeface="Arial"/>
              </a:defRPr>
            </a:lvl5pPr>
            <a:lvl6pPr algn="r">
              <a:defRPr sz="1350" b="0">
                <a:solidFill>
                  <a:srgbClr val="D4DDEB"/>
                </a:solidFill>
                <a:latin typeface="Arial"/>
                <a:ea typeface="Arial"/>
                <a:cs typeface="Arial"/>
              </a:defRPr>
            </a:lvl6pPr>
            <a:lvl7pPr algn="r">
              <a:defRPr sz="1350" b="0">
                <a:solidFill>
                  <a:srgbClr val="D4DDEB"/>
                </a:solidFill>
                <a:latin typeface="Arial"/>
                <a:ea typeface="Arial"/>
                <a:cs typeface="Arial"/>
              </a:defRPr>
            </a:lvl7pPr>
            <a:lvl8pPr algn="r">
              <a:defRPr sz="1350" b="0">
                <a:solidFill>
                  <a:srgbClr val="D4DDEB"/>
                </a:solidFill>
                <a:latin typeface="Arial"/>
                <a:ea typeface="Arial"/>
                <a:cs typeface="Arial"/>
              </a:defRPr>
            </a:lvl8pPr>
            <a:lvl9pPr algn="r">
              <a:defRPr sz="1350" b="0">
                <a:solidFill>
                  <a:srgbClr val="D4DDEB"/>
                </a:solidFill>
                <a:latin typeface="Arial"/>
                <a:ea typeface="Arial"/>
                <a:cs typeface="Arial"/>
              </a:defRPr>
            </a:lvl9pPr>
          </a:lstStyle>
          <a:p xmlns:a="http://schemas.openxmlformats.org/drawingml/2006/main">
            <a:pPr algn="r">
              <a:lnSpc>
                <a:spcPct val="108000"/>
              </a:lnSpc>
              <a:buNone/>
              <a:defRPr sz="1350" b="0">
                <a:solidFill>
                  <a:srgbClr val="D4DDEB"/>
                </a:solidFill>
                <a:latin typeface="Arial"/>
                <a:ea typeface="Arial"/>
                <a:cs typeface="Arial"/>
              </a:defRPr>
            </a:pPr>
            <a:r>
              <a:rPr sz="1350" b="0">
                <a:solidFill>
                  <a:srgbClr val="D4DDEB"/>
                </a:solidFill>
                <a:latin typeface="Arial"/>
                <a:ea typeface="Arial"/>
                <a:cs typeface="Arial"/>
              </a:rPr>
              <a:t>10</a:t>
            </a:r>
          </a:p>
        </p:txBody>
      </p:sp>
    </p:spTree>
    <p:extLst>
      <p:ext uri="{BB962C8B-B14F-4D97-AF65-F5344CB8AC3E}">
        <p14:creationId xmlns:p14="http://schemas.microsoft.com/office/powerpoint/2010/main" val="945369437"/>
      </p:ext>
    </p:extLst>
  </p:cSld>
</p:sld>
</file>

<file path=ppt/slides/slide11.xml><?xml version="1.0" encoding="utf-8"?>
<p:sld xmlns:p="http://schemas.openxmlformats.org/presentationml/2006/main">
  <p:cSld>
    <p:bg>
      <p:bgPr>
        <a:solidFill xmlns:a="http://schemas.openxmlformats.org/drawingml/2006/main">
          <a:srgbClr val="F6F1E8"/>
        </a:solidFill>
      </p:bgPr>
    </p:bg>
    <p:spTree>
      <p:nvGrpSpPr>
        <p:cNvPr id="1" name=""/>
        <p:cNvGrpSpPr/>
        <p:nvPr/>
      </p:nvGrpSpPr>
      <p:grpSpPr>
        <a:xfrm xmlns:a="http://schemas.openxmlformats.org/drawingml/2006/main"/>
      </p:grpSpPr>
      <p:sp>
        <p:nvSpPr>
          <p:cNvPr id="11" name="titulo">
            <a:extLst xmlns:a="http://schemas.openxmlformats.org/drawingml/2006/main">
              <a:ext uri="{FF2B5EF4-FFF2-40B4-BE49-F238E27FC236}">
                <a16:creationId xmlns:a16="http://schemas.microsoft.com/office/drawing/2014/main" id="{08977B98-F344-430B-BFFB-14ACC5C14D85}"/>
              </a:ext>
            </a:extLst>
          </p:cNvPr>
          <p:cNvSpPr>
            <a:spLocks xmlns:a="http://schemas.openxmlformats.org/drawingml/2006/main" noGrp="1"/>
          </p:cNvSpPr>
          <p:nvPr/>
        </p:nvSpPr>
        <p:spPr>
          <a:xfrm xmlns:a="http://schemas.openxmlformats.org/drawingml/2006/main">
            <a:off x="609600" y="571500"/>
            <a:ext cx="109728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050" b="1">
                <a:solidFill>
                  <a:srgbClr val="11233E"/>
                </a:solidFill>
                <a:latin typeface="Arial"/>
                <a:ea typeface="Arial"/>
                <a:cs typeface="Arial"/>
              </a:defRPr>
            </a:defPPr>
            <a:lvl1pPr algn="l">
              <a:defRPr sz="4050" b="1">
                <a:solidFill>
                  <a:srgbClr val="11233E"/>
                </a:solidFill>
                <a:latin typeface="Arial"/>
                <a:ea typeface="Arial"/>
                <a:cs typeface="Arial"/>
              </a:defRPr>
            </a:lvl1pPr>
            <a:lvl2pPr algn="l">
              <a:defRPr sz="4050" b="1">
                <a:solidFill>
                  <a:srgbClr val="11233E"/>
                </a:solidFill>
                <a:latin typeface="Arial"/>
                <a:ea typeface="Arial"/>
                <a:cs typeface="Arial"/>
              </a:defRPr>
            </a:lvl2pPr>
            <a:lvl3pPr algn="l">
              <a:defRPr sz="4050" b="1">
                <a:solidFill>
                  <a:srgbClr val="11233E"/>
                </a:solidFill>
                <a:latin typeface="Arial"/>
                <a:ea typeface="Arial"/>
                <a:cs typeface="Arial"/>
              </a:defRPr>
            </a:lvl3pPr>
            <a:lvl4pPr algn="l">
              <a:defRPr sz="4050" b="1">
                <a:solidFill>
                  <a:srgbClr val="11233E"/>
                </a:solidFill>
                <a:latin typeface="Arial"/>
                <a:ea typeface="Arial"/>
                <a:cs typeface="Arial"/>
              </a:defRPr>
            </a:lvl4pPr>
            <a:lvl5pPr algn="l">
              <a:defRPr sz="4050" b="1">
                <a:solidFill>
                  <a:srgbClr val="11233E"/>
                </a:solidFill>
                <a:latin typeface="Arial"/>
                <a:ea typeface="Arial"/>
                <a:cs typeface="Arial"/>
              </a:defRPr>
            </a:lvl5pPr>
            <a:lvl6pPr algn="l">
              <a:defRPr sz="4050" b="1">
                <a:solidFill>
                  <a:srgbClr val="11233E"/>
                </a:solidFill>
                <a:latin typeface="Arial"/>
                <a:ea typeface="Arial"/>
                <a:cs typeface="Arial"/>
              </a:defRPr>
            </a:lvl6pPr>
            <a:lvl7pPr algn="l">
              <a:defRPr sz="4050" b="1">
                <a:solidFill>
                  <a:srgbClr val="11233E"/>
                </a:solidFill>
                <a:latin typeface="Arial"/>
                <a:ea typeface="Arial"/>
                <a:cs typeface="Arial"/>
              </a:defRPr>
            </a:lvl7pPr>
            <a:lvl8pPr algn="l">
              <a:defRPr sz="4050" b="1">
                <a:solidFill>
                  <a:srgbClr val="11233E"/>
                </a:solidFill>
                <a:latin typeface="Arial"/>
                <a:ea typeface="Arial"/>
                <a:cs typeface="Arial"/>
              </a:defRPr>
            </a:lvl8pPr>
            <a:lvl9pPr algn="l">
              <a:defRPr sz="4050" b="1">
                <a:solidFill>
                  <a:srgbClr val="11233E"/>
                </a:solidFill>
                <a:latin typeface="Arial"/>
                <a:ea typeface="Arial"/>
                <a:cs typeface="Arial"/>
              </a:defRPr>
            </a:lvl9pPr>
          </a:lstStyle>
          <a:p xmlns:a="http://schemas.openxmlformats.org/drawingml/2006/main">
            <a:pPr algn="l">
              <a:lnSpc>
                <a:spcPct val="108000"/>
              </a:lnSpc>
              <a:buNone/>
              <a:defRPr sz="4050" b="1">
                <a:solidFill>
                  <a:srgbClr val="11233E"/>
                </a:solidFill>
                <a:latin typeface="Arial"/>
                <a:ea typeface="Arial"/>
                <a:cs typeface="Arial"/>
              </a:defRPr>
            </a:pPr>
            <a:r>
              <a:rPr sz="4050" b="1">
                <a:solidFill>
                  <a:srgbClr val="11233E"/>
                </a:solidFill>
                <a:latin typeface="Arial"/>
                <a:ea typeface="Arial"/>
                <a:cs typeface="Arial"/>
              </a:rPr>
              <a:t>Planificación de la implementación</a:t>
            </a:r>
          </a:p>
        </p:txBody>
      </p:sp>
      <p:sp>
        <p:nvSpPr>
          <p:cNvPr id="2" name="concepto-plan">
            <a:extLst xmlns:a="http://schemas.openxmlformats.org/drawingml/2006/main">
              <a:ext uri="{FF2B5EF4-FFF2-40B4-BE49-F238E27FC236}">
                <a16:creationId xmlns:a16="http://schemas.microsoft.com/office/drawing/2014/main" id="{682F79D8-1A8D-475E-BD3A-476700EEF047}"/>
              </a:ext>
            </a:extLst>
          </p:cNvPr>
          <p:cNvSpPr>
            <a:spLocks xmlns:a="http://schemas.openxmlformats.org/drawingml/2006/main" noGrp="1"/>
          </p:cNvSpPr>
          <p:nvPr/>
        </p:nvSpPr>
        <p:spPr>
          <a:xfrm xmlns:a="http://schemas.openxmlformats.org/drawingml/2006/main">
            <a:off x="609600" y="1809750"/>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1233E"/>
                </a:solidFill>
                <a:latin typeface="Arial"/>
                <a:ea typeface="Arial"/>
                <a:cs typeface="Arial"/>
              </a:defRPr>
            </a:defPPr>
            <a:lvl1pPr algn="l">
              <a:defRPr sz="2700" b="1">
                <a:solidFill>
                  <a:srgbClr val="11233E"/>
                </a:solidFill>
                <a:latin typeface="Arial"/>
                <a:ea typeface="Arial"/>
                <a:cs typeface="Arial"/>
              </a:defRPr>
            </a:lvl1pPr>
            <a:lvl2pPr algn="l">
              <a:defRPr sz="2700" b="1">
                <a:solidFill>
                  <a:srgbClr val="11233E"/>
                </a:solidFill>
                <a:latin typeface="Arial"/>
                <a:ea typeface="Arial"/>
                <a:cs typeface="Arial"/>
              </a:defRPr>
            </a:lvl2pPr>
            <a:lvl3pPr algn="l">
              <a:defRPr sz="2700" b="1">
                <a:solidFill>
                  <a:srgbClr val="11233E"/>
                </a:solidFill>
                <a:latin typeface="Arial"/>
                <a:ea typeface="Arial"/>
                <a:cs typeface="Arial"/>
              </a:defRPr>
            </a:lvl3pPr>
            <a:lvl4pPr algn="l">
              <a:defRPr sz="2700" b="1">
                <a:solidFill>
                  <a:srgbClr val="11233E"/>
                </a:solidFill>
                <a:latin typeface="Arial"/>
                <a:ea typeface="Arial"/>
                <a:cs typeface="Arial"/>
              </a:defRPr>
            </a:lvl4pPr>
            <a:lvl5pPr algn="l">
              <a:defRPr sz="2700" b="1">
                <a:solidFill>
                  <a:srgbClr val="11233E"/>
                </a:solidFill>
                <a:latin typeface="Arial"/>
                <a:ea typeface="Arial"/>
                <a:cs typeface="Arial"/>
              </a:defRPr>
            </a:lvl5pPr>
            <a:lvl6pPr algn="l">
              <a:defRPr sz="2700" b="1">
                <a:solidFill>
                  <a:srgbClr val="11233E"/>
                </a:solidFill>
                <a:latin typeface="Arial"/>
                <a:ea typeface="Arial"/>
                <a:cs typeface="Arial"/>
              </a:defRPr>
            </a:lvl6pPr>
            <a:lvl7pPr algn="l">
              <a:defRPr sz="2700" b="1">
                <a:solidFill>
                  <a:srgbClr val="11233E"/>
                </a:solidFill>
                <a:latin typeface="Arial"/>
                <a:ea typeface="Arial"/>
                <a:cs typeface="Arial"/>
              </a:defRPr>
            </a:lvl7pPr>
            <a:lvl8pPr algn="l">
              <a:defRPr sz="2700" b="1">
                <a:solidFill>
                  <a:srgbClr val="11233E"/>
                </a:solidFill>
                <a:latin typeface="Arial"/>
                <a:ea typeface="Arial"/>
                <a:cs typeface="Arial"/>
              </a:defRPr>
            </a:lvl8pPr>
            <a:lvl9pPr algn="l">
              <a:defRPr sz="2700" b="1">
                <a:solidFill>
                  <a:srgbClr val="11233E"/>
                </a:solidFill>
                <a:latin typeface="Arial"/>
                <a:ea typeface="Arial"/>
                <a:cs typeface="Arial"/>
              </a:defRPr>
            </a:lvl9pPr>
          </a:lstStyle>
          <a:p xmlns:a="http://schemas.openxmlformats.org/drawingml/2006/main">
            <a:pPr algn="l">
              <a:lnSpc>
                <a:spcPct val="108000"/>
              </a:lnSpc>
              <a:buNone/>
              <a:defRPr sz="2700" b="1">
                <a:solidFill>
                  <a:srgbClr val="11233E"/>
                </a:solidFill>
                <a:latin typeface="Arial"/>
                <a:ea typeface="Arial"/>
                <a:cs typeface="Arial"/>
              </a:defRPr>
            </a:pPr>
            <a:r>
              <a:rPr sz="2700" b="1">
                <a:solidFill>
                  <a:srgbClr val="11233E"/>
                </a:solidFill>
                <a:latin typeface="Arial"/>
                <a:ea typeface="Arial"/>
                <a:cs typeface="Arial"/>
              </a:rPr>
              <a:t>Define responsables, dependencias, plazo y recuperación.</a:t>
            </a:r>
          </a:p>
        </p:txBody>
      </p:sp>
      <p:sp>
        <p:nvSpPr>
          <p:cNvPr id="3" name="orden-0">
            <a:extLst xmlns:a="http://schemas.openxmlformats.org/drawingml/2006/main">
              <a:ext uri="{FF2B5EF4-FFF2-40B4-BE49-F238E27FC236}">
                <a16:creationId xmlns:a16="http://schemas.microsoft.com/office/drawing/2014/main" id="{F35F0587-6172-494F-BB81-1144598FDB31}"/>
              </a:ext>
            </a:extLst>
          </p:cNvPr>
          <p:cNvSpPr>
            <a:spLocks xmlns:a="http://schemas.openxmlformats.org/drawingml/2006/main" noGrp="1"/>
          </p:cNvSpPr>
          <p:nvPr/>
        </p:nvSpPr>
        <p:spPr>
          <a:xfrm xmlns:a="http://schemas.openxmlformats.org/drawingml/2006/main">
            <a:off x="609600" y="2905125"/>
            <a:ext cx="3381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1">
                <a:solidFill>
                  <a:srgbClr val="2456A6"/>
                </a:solidFill>
                <a:latin typeface="Arial"/>
                <a:ea typeface="Arial"/>
                <a:cs typeface="Arial"/>
              </a:defRPr>
            </a:defPPr>
            <a:lvl1pPr algn="l">
              <a:defRPr sz="2775" b="1">
                <a:solidFill>
                  <a:srgbClr val="2456A6"/>
                </a:solidFill>
                <a:latin typeface="Arial"/>
                <a:ea typeface="Arial"/>
                <a:cs typeface="Arial"/>
              </a:defRPr>
            </a:lvl1pPr>
            <a:lvl2pPr algn="l">
              <a:defRPr sz="2775" b="1">
                <a:solidFill>
                  <a:srgbClr val="2456A6"/>
                </a:solidFill>
                <a:latin typeface="Arial"/>
                <a:ea typeface="Arial"/>
                <a:cs typeface="Arial"/>
              </a:defRPr>
            </a:lvl2pPr>
            <a:lvl3pPr algn="l">
              <a:defRPr sz="2775" b="1">
                <a:solidFill>
                  <a:srgbClr val="2456A6"/>
                </a:solidFill>
                <a:latin typeface="Arial"/>
                <a:ea typeface="Arial"/>
                <a:cs typeface="Arial"/>
              </a:defRPr>
            </a:lvl3pPr>
            <a:lvl4pPr algn="l">
              <a:defRPr sz="2775" b="1">
                <a:solidFill>
                  <a:srgbClr val="2456A6"/>
                </a:solidFill>
                <a:latin typeface="Arial"/>
                <a:ea typeface="Arial"/>
                <a:cs typeface="Arial"/>
              </a:defRPr>
            </a:lvl4pPr>
            <a:lvl5pPr algn="l">
              <a:defRPr sz="2775" b="1">
                <a:solidFill>
                  <a:srgbClr val="2456A6"/>
                </a:solidFill>
                <a:latin typeface="Arial"/>
                <a:ea typeface="Arial"/>
                <a:cs typeface="Arial"/>
              </a:defRPr>
            </a:lvl5pPr>
            <a:lvl6pPr algn="l">
              <a:defRPr sz="2775" b="1">
                <a:solidFill>
                  <a:srgbClr val="2456A6"/>
                </a:solidFill>
                <a:latin typeface="Arial"/>
                <a:ea typeface="Arial"/>
                <a:cs typeface="Arial"/>
              </a:defRPr>
            </a:lvl6pPr>
            <a:lvl7pPr algn="l">
              <a:defRPr sz="2775" b="1">
                <a:solidFill>
                  <a:srgbClr val="2456A6"/>
                </a:solidFill>
                <a:latin typeface="Arial"/>
                <a:ea typeface="Arial"/>
                <a:cs typeface="Arial"/>
              </a:defRPr>
            </a:lvl7pPr>
            <a:lvl8pPr algn="l">
              <a:defRPr sz="2775" b="1">
                <a:solidFill>
                  <a:srgbClr val="2456A6"/>
                </a:solidFill>
                <a:latin typeface="Arial"/>
                <a:ea typeface="Arial"/>
                <a:cs typeface="Arial"/>
              </a:defRPr>
            </a:lvl8pPr>
            <a:lvl9pPr algn="l">
              <a:defRPr sz="2775" b="1">
                <a:solidFill>
                  <a:srgbClr val="2456A6"/>
                </a:solidFill>
                <a:latin typeface="Arial"/>
                <a:ea typeface="Arial"/>
                <a:cs typeface="Arial"/>
              </a:defRPr>
            </a:lvl9pPr>
          </a:lstStyle>
          <a:p xmlns:a="http://schemas.openxmlformats.org/drawingml/2006/main">
            <a:pPr algn="l">
              <a:lnSpc>
                <a:spcPct val="108000"/>
              </a:lnSpc>
              <a:buNone/>
              <a:defRPr sz="2775" b="1">
                <a:solidFill>
                  <a:srgbClr val="2456A6"/>
                </a:solidFill>
                <a:latin typeface="Arial"/>
                <a:ea typeface="Arial"/>
                <a:cs typeface="Arial"/>
              </a:defRPr>
            </a:pPr>
            <a:r>
              <a:rPr sz="2775" b="1">
                <a:solidFill>
                  <a:srgbClr val="2456A6"/>
                </a:solidFill>
                <a:latin typeface="Arial"/>
                <a:ea typeface="Arial"/>
                <a:cs typeface="Arial"/>
              </a:rPr>
              <a:t>Primero</a:t>
            </a:r>
          </a:p>
        </p:txBody>
      </p:sp>
      <p:sp>
        <p:nvSpPr>
          <p:cNvPr id="4" name="actividad-0">
            <a:extLst xmlns:a="http://schemas.openxmlformats.org/drawingml/2006/main">
              <a:ext uri="{FF2B5EF4-FFF2-40B4-BE49-F238E27FC236}">
                <a16:creationId xmlns:a16="http://schemas.microsoft.com/office/drawing/2014/main" id="{FC891210-746C-4DAE-AB7A-8E36BC5EEADA}"/>
              </a:ext>
            </a:extLst>
          </p:cNvPr>
          <p:cNvSpPr>
            <a:spLocks xmlns:a="http://schemas.openxmlformats.org/drawingml/2006/main" noGrp="1"/>
          </p:cNvSpPr>
          <p:nvPr/>
        </p:nvSpPr>
        <p:spPr>
          <a:xfrm xmlns:a="http://schemas.openxmlformats.org/drawingml/2006/main">
            <a:off x="609600" y="3695700"/>
            <a:ext cx="338137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11233E"/>
                </a:solidFill>
                <a:latin typeface="Arial"/>
                <a:ea typeface="Arial"/>
                <a:cs typeface="Arial"/>
              </a:defRPr>
            </a:defPPr>
            <a:lvl1pPr algn="l">
              <a:defRPr sz="2400" b="0">
                <a:solidFill>
                  <a:srgbClr val="11233E"/>
                </a:solidFill>
                <a:latin typeface="Arial"/>
                <a:ea typeface="Arial"/>
                <a:cs typeface="Arial"/>
              </a:defRPr>
            </a:lvl1pPr>
            <a:lvl2pPr algn="l">
              <a:defRPr sz="2400" b="0">
                <a:solidFill>
                  <a:srgbClr val="11233E"/>
                </a:solidFill>
                <a:latin typeface="Arial"/>
                <a:ea typeface="Arial"/>
                <a:cs typeface="Arial"/>
              </a:defRPr>
            </a:lvl2pPr>
            <a:lvl3pPr algn="l">
              <a:defRPr sz="2400" b="0">
                <a:solidFill>
                  <a:srgbClr val="11233E"/>
                </a:solidFill>
                <a:latin typeface="Arial"/>
                <a:ea typeface="Arial"/>
                <a:cs typeface="Arial"/>
              </a:defRPr>
            </a:lvl3pPr>
            <a:lvl4pPr algn="l">
              <a:defRPr sz="2400" b="0">
                <a:solidFill>
                  <a:srgbClr val="11233E"/>
                </a:solidFill>
                <a:latin typeface="Arial"/>
                <a:ea typeface="Arial"/>
                <a:cs typeface="Arial"/>
              </a:defRPr>
            </a:lvl4pPr>
            <a:lvl5pPr algn="l">
              <a:defRPr sz="2400" b="0">
                <a:solidFill>
                  <a:srgbClr val="11233E"/>
                </a:solidFill>
                <a:latin typeface="Arial"/>
                <a:ea typeface="Arial"/>
                <a:cs typeface="Arial"/>
              </a:defRPr>
            </a:lvl5pPr>
            <a:lvl6pPr algn="l">
              <a:defRPr sz="2400" b="0">
                <a:solidFill>
                  <a:srgbClr val="11233E"/>
                </a:solidFill>
                <a:latin typeface="Arial"/>
                <a:ea typeface="Arial"/>
                <a:cs typeface="Arial"/>
              </a:defRPr>
            </a:lvl6pPr>
            <a:lvl7pPr algn="l">
              <a:defRPr sz="2400" b="0">
                <a:solidFill>
                  <a:srgbClr val="11233E"/>
                </a:solidFill>
                <a:latin typeface="Arial"/>
                <a:ea typeface="Arial"/>
                <a:cs typeface="Arial"/>
              </a:defRPr>
            </a:lvl7pPr>
            <a:lvl8pPr algn="l">
              <a:defRPr sz="2400" b="0">
                <a:solidFill>
                  <a:srgbClr val="11233E"/>
                </a:solidFill>
                <a:latin typeface="Arial"/>
                <a:ea typeface="Arial"/>
                <a:cs typeface="Arial"/>
              </a:defRPr>
            </a:lvl8pPr>
            <a:lvl9pPr algn="l">
              <a:defRPr sz="2400" b="0">
                <a:solidFill>
                  <a:srgbClr val="11233E"/>
                </a:solidFill>
                <a:latin typeface="Arial"/>
                <a:ea typeface="Arial"/>
                <a:cs typeface="Arial"/>
              </a:defRPr>
            </a:lvl9pPr>
          </a:lstStyle>
          <a:p xmlns:a="http://schemas.openxmlformats.org/drawingml/2006/main">
            <a:pPr algn="l">
              <a:lnSpc>
                <a:spcPct val="108000"/>
              </a:lnSpc>
              <a:buNone/>
              <a:defRPr sz="2400" b="0">
                <a:solidFill>
                  <a:srgbClr val="11233E"/>
                </a:solidFill>
                <a:latin typeface="Arial"/>
                <a:ea typeface="Arial"/>
                <a:cs typeface="Arial"/>
              </a:defRPr>
            </a:pPr>
            <a:r>
              <a:rPr sz="2400" b="0">
                <a:solidFill>
                  <a:srgbClr val="11233E"/>
                </a:solidFill>
                <a:latin typeface="Arial"/>
                <a:ea typeface="Arial"/>
                <a:cs typeface="Arial"/>
              </a:rPr>
              <a:t>lector compatible con el QR vigente.</a:t>
            </a:r>
          </a:p>
        </p:txBody>
      </p:sp>
      <p:sp>
        <p:nvSpPr>
          <p:cNvPr id="5" name="orden-1">
            <a:extLst xmlns:a="http://schemas.openxmlformats.org/drawingml/2006/main">
              <a:ext uri="{FF2B5EF4-FFF2-40B4-BE49-F238E27FC236}">
                <a16:creationId xmlns:a16="http://schemas.microsoft.com/office/drawing/2014/main" id="{20458667-D379-4571-99DA-8C17E7673EAE}"/>
              </a:ext>
            </a:extLst>
          </p:cNvPr>
          <p:cNvSpPr>
            <a:spLocks xmlns:a="http://schemas.openxmlformats.org/drawingml/2006/main" noGrp="1"/>
          </p:cNvSpPr>
          <p:nvPr/>
        </p:nvSpPr>
        <p:spPr>
          <a:xfrm xmlns:a="http://schemas.openxmlformats.org/drawingml/2006/main">
            <a:off x="4400550" y="2905125"/>
            <a:ext cx="3381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1">
                <a:solidFill>
                  <a:srgbClr val="2456A6"/>
                </a:solidFill>
                <a:latin typeface="Arial"/>
                <a:ea typeface="Arial"/>
                <a:cs typeface="Arial"/>
              </a:defRPr>
            </a:defPPr>
            <a:lvl1pPr algn="l">
              <a:defRPr sz="2775" b="1">
                <a:solidFill>
                  <a:srgbClr val="2456A6"/>
                </a:solidFill>
                <a:latin typeface="Arial"/>
                <a:ea typeface="Arial"/>
                <a:cs typeface="Arial"/>
              </a:defRPr>
            </a:lvl1pPr>
            <a:lvl2pPr algn="l">
              <a:defRPr sz="2775" b="1">
                <a:solidFill>
                  <a:srgbClr val="2456A6"/>
                </a:solidFill>
                <a:latin typeface="Arial"/>
                <a:ea typeface="Arial"/>
                <a:cs typeface="Arial"/>
              </a:defRPr>
            </a:lvl2pPr>
            <a:lvl3pPr algn="l">
              <a:defRPr sz="2775" b="1">
                <a:solidFill>
                  <a:srgbClr val="2456A6"/>
                </a:solidFill>
                <a:latin typeface="Arial"/>
                <a:ea typeface="Arial"/>
                <a:cs typeface="Arial"/>
              </a:defRPr>
            </a:lvl3pPr>
            <a:lvl4pPr algn="l">
              <a:defRPr sz="2775" b="1">
                <a:solidFill>
                  <a:srgbClr val="2456A6"/>
                </a:solidFill>
                <a:latin typeface="Arial"/>
                <a:ea typeface="Arial"/>
                <a:cs typeface="Arial"/>
              </a:defRPr>
            </a:lvl4pPr>
            <a:lvl5pPr algn="l">
              <a:defRPr sz="2775" b="1">
                <a:solidFill>
                  <a:srgbClr val="2456A6"/>
                </a:solidFill>
                <a:latin typeface="Arial"/>
                <a:ea typeface="Arial"/>
                <a:cs typeface="Arial"/>
              </a:defRPr>
            </a:lvl5pPr>
            <a:lvl6pPr algn="l">
              <a:defRPr sz="2775" b="1">
                <a:solidFill>
                  <a:srgbClr val="2456A6"/>
                </a:solidFill>
                <a:latin typeface="Arial"/>
                <a:ea typeface="Arial"/>
                <a:cs typeface="Arial"/>
              </a:defRPr>
            </a:lvl6pPr>
            <a:lvl7pPr algn="l">
              <a:defRPr sz="2775" b="1">
                <a:solidFill>
                  <a:srgbClr val="2456A6"/>
                </a:solidFill>
                <a:latin typeface="Arial"/>
                <a:ea typeface="Arial"/>
                <a:cs typeface="Arial"/>
              </a:defRPr>
            </a:lvl7pPr>
            <a:lvl8pPr algn="l">
              <a:defRPr sz="2775" b="1">
                <a:solidFill>
                  <a:srgbClr val="2456A6"/>
                </a:solidFill>
                <a:latin typeface="Arial"/>
                <a:ea typeface="Arial"/>
                <a:cs typeface="Arial"/>
              </a:defRPr>
            </a:lvl8pPr>
            <a:lvl9pPr algn="l">
              <a:defRPr sz="2775" b="1">
                <a:solidFill>
                  <a:srgbClr val="2456A6"/>
                </a:solidFill>
                <a:latin typeface="Arial"/>
                <a:ea typeface="Arial"/>
                <a:cs typeface="Arial"/>
              </a:defRPr>
            </a:lvl9pPr>
          </a:lstStyle>
          <a:p xmlns:a="http://schemas.openxmlformats.org/drawingml/2006/main">
            <a:pPr algn="l">
              <a:lnSpc>
                <a:spcPct val="108000"/>
              </a:lnSpc>
              <a:buNone/>
              <a:defRPr sz="2775" b="1">
                <a:solidFill>
                  <a:srgbClr val="2456A6"/>
                </a:solidFill>
                <a:latin typeface="Arial"/>
                <a:ea typeface="Arial"/>
                <a:cs typeface="Arial"/>
              </a:defRPr>
            </a:pPr>
            <a:r>
              <a:rPr sz="2775" b="1">
                <a:solidFill>
                  <a:srgbClr val="2456A6"/>
                </a:solidFill>
                <a:latin typeface="Arial"/>
                <a:ea typeface="Arial"/>
                <a:cs typeface="Arial"/>
              </a:rPr>
              <a:t>Después</a:t>
            </a:r>
          </a:p>
        </p:txBody>
      </p:sp>
      <p:sp>
        <p:nvSpPr>
          <p:cNvPr id="6" name="actividad-1">
            <a:extLst xmlns:a="http://schemas.openxmlformats.org/drawingml/2006/main">
              <a:ext uri="{FF2B5EF4-FFF2-40B4-BE49-F238E27FC236}">
                <a16:creationId xmlns:a16="http://schemas.microsoft.com/office/drawing/2014/main" id="{80B5D6C2-2F51-46EC-8A07-D402490397DA}"/>
              </a:ext>
            </a:extLst>
          </p:cNvPr>
          <p:cNvSpPr>
            <a:spLocks xmlns:a="http://schemas.openxmlformats.org/drawingml/2006/main" noGrp="1"/>
          </p:cNvSpPr>
          <p:nvPr/>
        </p:nvSpPr>
        <p:spPr>
          <a:xfrm xmlns:a="http://schemas.openxmlformats.org/drawingml/2006/main">
            <a:off x="4400550" y="3695700"/>
            <a:ext cx="338137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11233E"/>
                </a:solidFill>
                <a:latin typeface="Arial"/>
                <a:ea typeface="Arial"/>
                <a:cs typeface="Arial"/>
              </a:defRPr>
            </a:defPPr>
            <a:lvl1pPr algn="l">
              <a:defRPr sz="2400" b="0">
                <a:solidFill>
                  <a:srgbClr val="11233E"/>
                </a:solidFill>
                <a:latin typeface="Arial"/>
                <a:ea typeface="Arial"/>
                <a:cs typeface="Arial"/>
              </a:defRPr>
            </a:lvl1pPr>
            <a:lvl2pPr algn="l">
              <a:defRPr sz="2400" b="0">
                <a:solidFill>
                  <a:srgbClr val="11233E"/>
                </a:solidFill>
                <a:latin typeface="Arial"/>
                <a:ea typeface="Arial"/>
                <a:cs typeface="Arial"/>
              </a:defRPr>
            </a:lvl2pPr>
            <a:lvl3pPr algn="l">
              <a:defRPr sz="2400" b="0">
                <a:solidFill>
                  <a:srgbClr val="11233E"/>
                </a:solidFill>
                <a:latin typeface="Arial"/>
                <a:ea typeface="Arial"/>
                <a:cs typeface="Arial"/>
              </a:defRPr>
            </a:lvl3pPr>
            <a:lvl4pPr algn="l">
              <a:defRPr sz="2400" b="0">
                <a:solidFill>
                  <a:srgbClr val="11233E"/>
                </a:solidFill>
                <a:latin typeface="Arial"/>
                <a:ea typeface="Arial"/>
                <a:cs typeface="Arial"/>
              </a:defRPr>
            </a:lvl4pPr>
            <a:lvl5pPr algn="l">
              <a:defRPr sz="2400" b="0">
                <a:solidFill>
                  <a:srgbClr val="11233E"/>
                </a:solidFill>
                <a:latin typeface="Arial"/>
                <a:ea typeface="Arial"/>
                <a:cs typeface="Arial"/>
              </a:defRPr>
            </a:lvl5pPr>
            <a:lvl6pPr algn="l">
              <a:defRPr sz="2400" b="0">
                <a:solidFill>
                  <a:srgbClr val="11233E"/>
                </a:solidFill>
                <a:latin typeface="Arial"/>
                <a:ea typeface="Arial"/>
                <a:cs typeface="Arial"/>
              </a:defRPr>
            </a:lvl6pPr>
            <a:lvl7pPr algn="l">
              <a:defRPr sz="2400" b="0">
                <a:solidFill>
                  <a:srgbClr val="11233E"/>
                </a:solidFill>
                <a:latin typeface="Arial"/>
                <a:ea typeface="Arial"/>
                <a:cs typeface="Arial"/>
              </a:defRPr>
            </a:lvl7pPr>
            <a:lvl8pPr algn="l">
              <a:defRPr sz="2400" b="0">
                <a:solidFill>
                  <a:srgbClr val="11233E"/>
                </a:solidFill>
                <a:latin typeface="Arial"/>
                <a:ea typeface="Arial"/>
                <a:cs typeface="Arial"/>
              </a:defRPr>
            </a:lvl8pPr>
            <a:lvl9pPr algn="l">
              <a:defRPr sz="2400" b="0">
                <a:solidFill>
                  <a:srgbClr val="11233E"/>
                </a:solidFill>
                <a:latin typeface="Arial"/>
                <a:ea typeface="Arial"/>
                <a:cs typeface="Arial"/>
              </a:defRPr>
            </a:lvl9pPr>
          </a:lstStyle>
          <a:p xmlns:a="http://schemas.openxmlformats.org/drawingml/2006/main">
            <a:pPr algn="l">
              <a:lnSpc>
                <a:spcPct val="108000"/>
              </a:lnSpc>
              <a:buNone/>
              <a:defRPr sz="2400" b="0">
                <a:solidFill>
                  <a:srgbClr val="11233E"/>
                </a:solidFill>
                <a:latin typeface="Arial"/>
                <a:ea typeface="Arial"/>
                <a:cs typeface="Arial"/>
              </a:defRPr>
            </a:pPr>
            <a:r>
              <a:rPr sz="2400" b="0">
                <a:solidFill>
                  <a:srgbClr val="11233E"/>
                </a:solidFill>
                <a:latin typeface="Arial"/>
                <a:ea typeface="Arial"/>
                <a:cs typeface="Arial"/>
              </a:rPr>
              <a:t>transferencia con actualización coherente de datos.</a:t>
            </a:r>
          </a:p>
        </p:txBody>
      </p:sp>
      <p:sp>
        <p:nvSpPr>
          <p:cNvPr id="7" name="orden-2">
            <a:extLst xmlns:a="http://schemas.openxmlformats.org/drawingml/2006/main">
              <a:ext uri="{FF2B5EF4-FFF2-40B4-BE49-F238E27FC236}">
                <a16:creationId xmlns:a16="http://schemas.microsoft.com/office/drawing/2014/main" id="{2382E75D-37E2-4FE3-AB40-0285138E4F9F}"/>
              </a:ext>
            </a:extLst>
          </p:cNvPr>
          <p:cNvSpPr>
            <a:spLocks xmlns:a="http://schemas.openxmlformats.org/drawingml/2006/main" noGrp="1"/>
          </p:cNvSpPr>
          <p:nvPr/>
        </p:nvSpPr>
        <p:spPr>
          <a:xfrm xmlns:a="http://schemas.openxmlformats.org/drawingml/2006/main">
            <a:off x="8191500" y="2905125"/>
            <a:ext cx="3381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1">
                <a:solidFill>
                  <a:srgbClr val="2456A6"/>
                </a:solidFill>
                <a:latin typeface="Arial"/>
                <a:ea typeface="Arial"/>
                <a:cs typeface="Arial"/>
              </a:defRPr>
            </a:defPPr>
            <a:lvl1pPr algn="l">
              <a:defRPr sz="2775" b="1">
                <a:solidFill>
                  <a:srgbClr val="2456A6"/>
                </a:solidFill>
                <a:latin typeface="Arial"/>
                <a:ea typeface="Arial"/>
                <a:cs typeface="Arial"/>
              </a:defRPr>
            </a:lvl1pPr>
            <a:lvl2pPr algn="l">
              <a:defRPr sz="2775" b="1">
                <a:solidFill>
                  <a:srgbClr val="2456A6"/>
                </a:solidFill>
                <a:latin typeface="Arial"/>
                <a:ea typeface="Arial"/>
                <a:cs typeface="Arial"/>
              </a:defRPr>
            </a:lvl2pPr>
            <a:lvl3pPr algn="l">
              <a:defRPr sz="2775" b="1">
                <a:solidFill>
                  <a:srgbClr val="2456A6"/>
                </a:solidFill>
                <a:latin typeface="Arial"/>
                <a:ea typeface="Arial"/>
                <a:cs typeface="Arial"/>
              </a:defRPr>
            </a:lvl3pPr>
            <a:lvl4pPr algn="l">
              <a:defRPr sz="2775" b="1">
                <a:solidFill>
                  <a:srgbClr val="2456A6"/>
                </a:solidFill>
                <a:latin typeface="Arial"/>
                <a:ea typeface="Arial"/>
                <a:cs typeface="Arial"/>
              </a:defRPr>
            </a:lvl4pPr>
            <a:lvl5pPr algn="l">
              <a:defRPr sz="2775" b="1">
                <a:solidFill>
                  <a:srgbClr val="2456A6"/>
                </a:solidFill>
                <a:latin typeface="Arial"/>
                <a:ea typeface="Arial"/>
                <a:cs typeface="Arial"/>
              </a:defRPr>
            </a:lvl5pPr>
            <a:lvl6pPr algn="l">
              <a:defRPr sz="2775" b="1">
                <a:solidFill>
                  <a:srgbClr val="2456A6"/>
                </a:solidFill>
                <a:latin typeface="Arial"/>
                <a:ea typeface="Arial"/>
                <a:cs typeface="Arial"/>
              </a:defRPr>
            </a:lvl6pPr>
            <a:lvl7pPr algn="l">
              <a:defRPr sz="2775" b="1">
                <a:solidFill>
                  <a:srgbClr val="2456A6"/>
                </a:solidFill>
                <a:latin typeface="Arial"/>
                <a:ea typeface="Arial"/>
                <a:cs typeface="Arial"/>
              </a:defRPr>
            </a:lvl7pPr>
            <a:lvl8pPr algn="l">
              <a:defRPr sz="2775" b="1">
                <a:solidFill>
                  <a:srgbClr val="2456A6"/>
                </a:solidFill>
                <a:latin typeface="Arial"/>
                <a:ea typeface="Arial"/>
                <a:cs typeface="Arial"/>
              </a:defRPr>
            </a:lvl8pPr>
            <a:lvl9pPr algn="l">
              <a:defRPr sz="2775" b="1">
                <a:solidFill>
                  <a:srgbClr val="2456A6"/>
                </a:solidFill>
                <a:latin typeface="Arial"/>
                <a:ea typeface="Arial"/>
                <a:cs typeface="Arial"/>
              </a:defRPr>
            </a:lvl9pPr>
          </a:lstStyle>
          <a:p xmlns:a="http://schemas.openxmlformats.org/drawingml/2006/main">
            <a:pPr algn="l">
              <a:lnSpc>
                <a:spcPct val="108000"/>
              </a:lnSpc>
              <a:buNone/>
              <a:defRPr sz="2775" b="1">
                <a:solidFill>
                  <a:srgbClr val="2456A6"/>
                </a:solidFill>
                <a:latin typeface="Arial"/>
                <a:ea typeface="Arial"/>
                <a:cs typeface="Arial"/>
              </a:defRPr>
            </a:pPr>
            <a:r>
              <a:rPr sz="2775" b="1">
                <a:solidFill>
                  <a:srgbClr val="2456A6"/>
                </a:solidFill>
                <a:latin typeface="Arial"/>
                <a:ea typeface="Arial"/>
                <a:cs typeface="Arial"/>
              </a:rPr>
              <a:t>Al final</a:t>
            </a:r>
          </a:p>
        </p:txBody>
      </p:sp>
      <p:sp>
        <p:nvSpPr>
          <p:cNvPr id="8" name="actividad-2">
            <a:extLst xmlns:a="http://schemas.openxmlformats.org/drawingml/2006/main">
              <a:ext uri="{FF2B5EF4-FFF2-40B4-BE49-F238E27FC236}">
                <a16:creationId xmlns:a16="http://schemas.microsoft.com/office/drawing/2014/main" id="{81550280-24F0-42A0-8359-4C2564B4D052}"/>
              </a:ext>
            </a:extLst>
          </p:cNvPr>
          <p:cNvSpPr>
            <a:spLocks xmlns:a="http://schemas.openxmlformats.org/drawingml/2006/main" noGrp="1"/>
          </p:cNvSpPr>
          <p:nvPr/>
        </p:nvSpPr>
        <p:spPr>
          <a:xfrm xmlns:a="http://schemas.openxmlformats.org/drawingml/2006/main">
            <a:off x="8191500" y="3695700"/>
            <a:ext cx="338137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11233E"/>
                </a:solidFill>
                <a:latin typeface="Arial"/>
                <a:ea typeface="Arial"/>
                <a:cs typeface="Arial"/>
              </a:defRPr>
            </a:defPPr>
            <a:lvl1pPr algn="l">
              <a:defRPr sz="2400" b="0">
                <a:solidFill>
                  <a:srgbClr val="11233E"/>
                </a:solidFill>
                <a:latin typeface="Arial"/>
                <a:ea typeface="Arial"/>
                <a:cs typeface="Arial"/>
              </a:defRPr>
            </a:lvl1pPr>
            <a:lvl2pPr algn="l">
              <a:defRPr sz="2400" b="0">
                <a:solidFill>
                  <a:srgbClr val="11233E"/>
                </a:solidFill>
                <a:latin typeface="Arial"/>
                <a:ea typeface="Arial"/>
                <a:cs typeface="Arial"/>
              </a:defRPr>
            </a:lvl2pPr>
            <a:lvl3pPr algn="l">
              <a:defRPr sz="2400" b="0">
                <a:solidFill>
                  <a:srgbClr val="11233E"/>
                </a:solidFill>
                <a:latin typeface="Arial"/>
                <a:ea typeface="Arial"/>
                <a:cs typeface="Arial"/>
              </a:defRPr>
            </a:lvl3pPr>
            <a:lvl4pPr algn="l">
              <a:defRPr sz="2400" b="0">
                <a:solidFill>
                  <a:srgbClr val="11233E"/>
                </a:solidFill>
                <a:latin typeface="Arial"/>
                <a:ea typeface="Arial"/>
                <a:cs typeface="Arial"/>
              </a:defRPr>
            </a:lvl4pPr>
            <a:lvl5pPr algn="l">
              <a:defRPr sz="2400" b="0">
                <a:solidFill>
                  <a:srgbClr val="11233E"/>
                </a:solidFill>
                <a:latin typeface="Arial"/>
                <a:ea typeface="Arial"/>
                <a:cs typeface="Arial"/>
              </a:defRPr>
            </a:lvl5pPr>
            <a:lvl6pPr algn="l">
              <a:defRPr sz="2400" b="0">
                <a:solidFill>
                  <a:srgbClr val="11233E"/>
                </a:solidFill>
                <a:latin typeface="Arial"/>
                <a:ea typeface="Arial"/>
                <a:cs typeface="Arial"/>
              </a:defRPr>
            </a:lvl6pPr>
            <a:lvl7pPr algn="l">
              <a:defRPr sz="2400" b="0">
                <a:solidFill>
                  <a:srgbClr val="11233E"/>
                </a:solidFill>
                <a:latin typeface="Arial"/>
                <a:ea typeface="Arial"/>
                <a:cs typeface="Arial"/>
              </a:defRPr>
            </a:lvl7pPr>
            <a:lvl8pPr algn="l">
              <a:defRPr sz="2400" b="0">
                <a:solidFill>
                  <a:srgbClr val="11233E"/>
                </a:solidFill>
                <a:latin typeface="Arial"/>
                <a:ea typeface="Arial"/>
                <a:cs typeface="Arial"/>
              </a:defRPr>
            </a:lvl8pPr>
            <a:lvl9pPr algn="l">
              <a:defRPr sz="2400" b="0">
                <a:solidFill>
                  <a:srgbClr val="11233E"/>
                </a:solidFill>
                <a:latin typeface="Arial"/>
                <a:ea typeface="Arial"/>
                <a:cs typeface="Arial"/>
              </a:defRPr>
            </a:lvl9pPr>
          </a:lstStyle>
          <a:p xmlns:a="http://schemas.openxmlformats.org/drawingml/2006/main">
            <a:pPr algn="l">
              <a:lnSpc>
                <a:spcPct val="108000"/>
              </a:lnSpc>
              <a:buNone/>
              <a:defRPr sz="2400" b="0">
                <a:solidFill>
                  <a:srgbClr val="11233E"/>
                </a:solidFill>
                <a:latin typeface="Arial"/>
                <a:ea typeface="Arial"/>
                <a:cs typeface="Arial"/>
              </a:defRPr>
            </a:pPr>
            <a:r>
              <a:rPr sz="2400" b="0">
                <a:solidFill>
                  <a:srgbClr val="11233E"/>
                </a:solidFill>
                <a:latin typeface="Arial"/>
                <a:ea typeface="Arial"/>
                <a:cs typeface="Arial"/>
              </a:rPr>
              <a:t>activar la función y comprobar su operación.</a:t>
            </a:r>
          </a:p>
        </p:txBody>
      </p:sp>
      <p:sp>
        <p:nvSpPr>
          <p:cNvPr id="9" name="ejemplo-visible">
            <a:extLst xmlns:a="http://schemas.openxmlformats.org/drawingml/2006/main">
              <a:ext uri="{FF2B5EF4-FFF2-40B4-BE49-F238E27FC236}">
                <a16:creationId xmlns:a16="http://schemas.microsoft.com/office/drawing/2014/main" id="{CCC7F896-F6A6-4027-8767-59D5251BC073}"/>
              </a:ext>
            </a:extLst>
          </p:cNvPr>
          <p:cNvSpPr>
            <a:spLocks xmlns:a="http://schemas.openxmlformats.org/drawingml/2006/main" noGrp="1"/>
          </p:cNvSpPr>
          <p:nvPr/>
        </p:nvSpPr>
        <p:spPr>
          <a:xfrm xmlns:a="http://schemas.openxmlformats.org/drawingml/2006/main">
            <a:off x="609600" y="5572125"/>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A75C32"/>
                </a:solidFill>
                <a:latin typeface="Arial"/>
                <a:ea typeface="Arial"/>
                <a:cs typeface="Arial"/>
              </a:defRPr>
            </a:defPPr>
            <a:lvl1pPr algn="l">
              <a:defRPr sz="2250" b="0">
                <a:solidFill>
                  <a:srgbClr val="A75C32"/>
                </a:solidFill>
                <a:latin typeface="Arial"/>
                <a:ea typeface="Arial"/>
                <a:cs typeface="Arial"/>
              </a:defRPr>
            </a:lvl1pPr>
            <a:lvl2pPr algn="l">
              <a:defRPr sz="2250" b="0">
                <a:solidFill>
                  <a:srgbClr val="A75C32"/>
                </a:solidFill>
                <a:latin typeface="Arial"/>
                <a:ea typeface="Arial"/>
                <a:cs typeface="Arial"/>
              </a:defRPr>
            </a:lvl2pPr>
            <a:lvl3pPr algn="l">
              <a:defRPr sz="2250" b="0">
                <a:solidFill>
                  <a:srgbClr val="A75C32"/>
                </a:solidFill>
                <a:latin typeface="Arial"/>
                <a:ea typeface="Arial"/>
                <a:cs typeface="Arial"/>
              </a:defRPr>
            </a:lvl3pPr>
            <a:lvl4pPr algn="l">
              <a:defRPr sz="2250" b="0">
                <a:solidFill>
                  <a:srgbClr val="A75C32"/>
                </a:solidFill>
                <a:latin typeface="Arial"/>
                <a:ea typeface="Arial"/>
                <a:cs typeface="Arial"/>
              </a:defRPr>
            </a:lvl4pPr>
            <a:lvl5pPr algn="l">
              <a:defRPr sz="2250" b="0">
                <a:solidFill>
                  <a:srgbClr val="A75C32"/>
                </a:solidFill>
                <a:latin typeface="Arial"/>
                <a:ea typeface="Arial"/>
                <a:cs typeface="Arial"/>
              </a:defRPr>
            </a:lvl5pPr>
            <a:lvl6pPr algn="l">
              <a:defRPr sz="2250" b="0">
                <a:solidFill>
                  <a:srgbClr val="A75C32"/>
                </a:solidFill>
                <a:latin typeface="Arial"/>
                <a:ea typeface="Arial"/>
                <a:cs typeface="Arial"/>
              </a:defRPr>
            </a:lvl6pPr>
            <a:lvl7pPr algn="l">
              <a:defRPr sz="2250" b="0">
                <a:solidFill>
                  <a:srgbClr val="A75C32"/>
                </a:solidFill>
                <a:latin typeface="Arial"/>
                <a:ea typeface="Arial"/>
                <a:cs typeface="Arial"/>
              </a:defRPr>
            </a:lvl7pPr>
            <a:lvl8pPr algn="l">
              <a:defRPr sz="2250" b="0">
                <a:solidFill>
                  <a:srgbClr val="A75C32"/>
                </a:solidFill>
                <a:latin typeface="Arial"/>
                <a:ea typeface="Arial"/>
                <a:cs typeface="Arial"/>
              </a:defRPr>
            </a:lvl8pPr>
            <a:lvl9pPr algn="l">
              <a:defRPr sz="2250" b="0">
                <a:solidFill>
                  <a:srgbClr val="A75C32"/>
                </a:solidFill>
                <a:latin typeface="Arial"/>
                <a:ea typeface="Arial"/>
                <a:cs typeface="Arial"/>
              </a:defRPr>
            </a:lvl9pPr>
          </a:lstStyle>
          <a:p xmlns:a="http://schemas.openxmlformats.org/drawingml/2006/main">
            <a:pPr algn="l">
              <a:lnSpc>
                <a:spcPct val="108000"/>
              </a:lnSpc>
              <a:buNone/>
              <a:defRPr sz="2250" b="0">
                <a:solidFill>
                  <a:srgbClr val="A75C32"/>
                </a:solidFill>
                <a:latin typeface="Arial"/>
                <a:ea typeface="Arial"/>
                <a:cs typeface="Arial"/>
              </a:defRPr>
            </a:pPr>
            <a:r>
              <a:rPr sz="2250" b="0">
                <a:solidFill>
                  <a:srgbClr val="A75C32"/>
                </a:solidFill>
                <a:latin typeface="Arial"/>
                <a:ea typeface="Arial"/>
                <a:cs typeface="Arial"/>
              </a:rPr>
              <a:t>Preparar el validador antes de habilitar transferencias reduce el riesgo de publicar componentes incompatibles.</a:t>
            </a:r>
          </a:p>
        </p:txBody>
      </p:sp>
      <p:sp>
        <p:nvSpPr>
          <p:cNvPr id="10" name="numero-pagina">
            <a:extLst xmlns:a="http://schemas.openxmlformats.org/drawingml/2006/main">
              <a:ext uri="{FF2B5EF4-FFF2-40B4-BE49-F238E27FC236}">
                <a16:creationId xmlns:a16="http://schemas.microsoft.com/office/drawing/2014/main" id="{A10C74ED-166E-4F1E-A95B-9899C906BE23}"/>
              </a:ext>
            </a:extLst>
          </p:cNvPr>
          <p:cNvSpPr>
            <a:spLocks xmlns:a="http://schemas.openxmlformats.org/drawingml/2006/main" noGrp="1"/>
          </p:cNvSpPr>
          <p:nvPr/>
        </p:nvSpPr>
        <p:spPr>
          <a:xfrm xmlns:a="http://schemas.openxmlformats.org/drawingml/2006/main">
            <a:off x="10972800" y="6400800"/>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11233E"/>
                </a:solidFill>
                <a:latin typeface="Arial"/>
                <a:ea typeface="Arial"/>
                <a:cs typeface="Arial"/>
              </a:defRPr>
            </a:defPPr>
            <a:lvl1pPr algn="r">
              <a:defRPr sz="1350" b="0">
                <a:solidFill>
                  <a:srgbClr val="11233E"/>
                </a:solidFill>
                <a:latin typeface="Arial"/>
                <a:ea typeface="Arial"/>
                <a:cs typeface="Arial"/>
              </a:defRPr>
            </a:lvl1pPr>
            <a:lvl2pPr algn="r">
              <a:defRPr sz="1350" b="0">
                <a:solidFill>
                  <a:srgbClr val="11233E"/>
                </a:solidFill>
                <a:latin typeface="Arial"/>
                <a:ea typeface="Arial"/>
                <a:cs typeface="Arial"/>
              </a:defRPr>
            </a:lvl2pPr>
            <a:lvl3pPr algn="r">
              <a:defRPr sz="1350" b="0">
                <a:solidFill>
                  <a:srgbClr val="11233E"/>
                </a:solidFill>
                <a:latin typeface="Arial"/>
                <a:ea typeface="Arial"/>
                <a:cs typeface="Arial"/>
              </a:defRPr>
            </a:lvl3pPr>
            <a:lvl4pPr algn="r">
              <a:defRPr sz="1350" b="0">
                <a:solidFill>
                  <a:srgbClr val="11233E"/>
                </a:solidFill>
                <a:latin typeface="Arial"/>
                <a:ea typeface="Arial"/>
                <a:cs typeface="Arial"/>
              </a:defRPr>
            </a:lvl4pPr>
            <a:lvl5pPr algn="r">
              <a:defRPr sz="1350" b="0">
                <a:solidFill>
                  <a:srgbClr val="11233E"/>
                </a:solidFill>
                <a:latin typeface="Arial"/>
                <a:ea typeface="Arial"/>
                <a:cs typeface="Arial"/>
              </a:defRPr>
            </a:lvl5pPr>
            <a:lvl6pPr algn="r">
              <a:defRPr sz="1350" b="0">
                <a:solidFill>
                  <a:srgbClr val="11233E"/>
                </a:solidFill>
                <a:latin typeface="Arial"/>
                <a:ea typeface="Arial"/>
                <a:cs typeface="Arial"/>
              </a:defRPr>
            </a:lvl6pPr>
            <a:lvl7pPr algn="r">
              <a:defRPr sz="1350" b="0">
                <a:solidFill>
                  <a:srgbClr val="11233E"/>
                </a:solidFill>
                <a:latin typeface="Arial"/>
                <a:ea typeface="Arial"/>
                <a:cs typeface="Arial"/>
              </a:defRPr>
            </a:lvl7pPr>
            <a:lvl8pPr algn="r">
              <a:defRPr sz="1350" b="0">
                <a:solidFill>
                  <a:srgbClr val="11233E"/>
                </a:solidFill>
                <a:latin typeface="Arial"/>
                <a:ea typeface="Arial"/>
                <a:cs typeface="Arial"/>
              </a:defRPr>
            </a:lvl8pPr>
            <a:lvl9pPr algn="r">
              <a:defRPr sz="1350" b="0">
                <a:solidFill>
                  <a:srgbClr val="11233E"/>
                </a:solidFill>
                <a:latin typeface="Arial"/>
                <a:ea typeface="Arial"/>
                <a:cs typeface="Arial"/>
              </a:defRPr>
            </a:lvl9pPr>
          </a:lstStyle>
          <a:p xmlns:a="http://schemas.openxmlformats.org/drawingml/2006/main">
            <a:pPr algn="r">
              <a:lnSpc>
                <a:spcPct val="108000"/>
              </a:lnSpc>
              <a:buNone/>
              <a:defRPr sz="1350" b="0">
                <a:solidFill>
                  <a:srgbClr val="11233E"/>
                </a:solidFill>
                <a:latin typeface="Arial"/>
                <a:ea typeface="Arial"/>
                <a:cs typeface="Arial"/>
              </a:defRPr>
            </a:pPr>
            <a:r>
              <a:rPr sz="1350" b="0">
                <a:solidFill>
                  <a:srgbClr val="11233E"/>
                </a:solidFill>
                <a:latin typeface="Arial"/>
                <a:ea typeface="Arial"/>
                <a:cs typeface="Arial"/>
              </a:rPr>
              <a:t>11</a:t>
            </a:r>
          </a:p>
        </p:txBody>
      </p:sp>
    </p:spTree>
    <p:extLst>
      <p:ext uri="{BB962C8B-B14F-4D97-AF65-F5344CB8AC3E}">
        <p14:creationId xmlns:p14="http://schemas.microsoft.com/office/powerpoint/2010/main" val="1531042731"/>
      </p:ext>
    </p:extLst>
  </p:cSld>
</p:sld>
</file>

<file path=ppt/slides/slide12.xml><?xml version="1.0" encoding="utf-8"?>
<p:sld xmlns:p="http://schemas.openxmlformats.org/presentationml/2006/main">
  <p:cSld>
    <p:bg>
      <p:bgPr>
        <a:solidFill xmlns:a="http://schemas.openxmlformats.org/drawingml/2006/main">
          <a:srgbClr val="11233E"/>
        </a:solidFill>
      </p:bgPr>
    </p:bg>
    <p:spTree>
      <p:nvGrpSpPr>
        <p:cNvPr id="1" name=""/>
        <p:cNvGrpSpPr/>
        <p:nvPr/>
      </p:nvGrpSpPr>
      <p:grpSpPr>
        <a:xfrm xmlns:a="http://schemas.openxmlformats.org/drawingml/2006/main"/>
      </p:grpSpPr>
      <p:sp>
        <p:nvSpPr>
          <p:cNvPr id="6" name="titulo">
            <a:extLst xmlns:a="http://schemas.openxmlformats.org/drawingml/2006/main">
              <a:ext uri="{FF2B5EF4-FFF2-40B4-BE49-F238E27FC236}">
                <a16:creationId xmlns:a16="http://schemas.microsoft.com/office/drawing/2014/main" id="{232D88D4-BC83-44B2-B064-E2D68BA77C91}"/>
              </a:ext>
            </a:extLst>
          </p:cNvPr>
          <p:cNvSpPr>
            <a:spLocks xmlns:a="http://schemas.openxmlformats.org/drawingml/2006/main" noGrp="1"/>
          </p:cNvSpPr>
          <p:nvPr/>
        </p:nvSpPr>
        <p:spPr>
          <a:xfrm xmlns:a="http://schemas.openxmlformats.org/drawingml/2006/main">
            <a:off x="609600" y="571500"/>
            <a:ext cx="109728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050" b="1">
                <a:solidFill>
                  <a:srgbClr val="F6F1E8"/>
                </a:solidFill>
                <a:latin typeface="Arial"/>
                <a:ea typeface="Arial"/>
                <a:cs typeface="Arial"/>
              </a:defRPr>
            </a:defPPr>
            <a:lvl1pPr algn="l">
              <a:defRPr sz="4050" b="1">
                <a:solidFill>
                  <a:srgbClr val="F6F1E8"/>
                </a:solidFill>
                <a:latin typeface="Arial"/>
                <a:ea typeface="Arial"/>
                <a:cs typeface="Arial"/>
              </a:defRPr>
            </a:lvl1pPr>
            <a:lvl2pPr algn="l">
              <a:defRPr sz="4050" b="1">
                <a:solidFill>
                  <a:srgbClr val="F6F1E8"/>
                </a:solidFill>
                <a:latin typeface="Arial"/>
                <a:ea typeface="Arial"/>
                <a:cs typeface="Arial"/>
              </a:defRPr>
            </a:lvl2pPr>
            <a:lvl3pPr algn="l">
              <a:defRPr sz="4050" b="1">
                <a:solidFill>
                  <a:srgbClr val="F6F1E8"/>
                </a:solidFill>
                <a:latin typeface="Arial"/>
                <a:ea typeface="Arial"/>
                <a:cs typeface="Arial"/>
              </a:defRPr>
            </a:lvl3pPr>
            <a:lvl4pPr algn="l">
              <a:defRPr sz="4050" b="1">
                <a:solidFill>
                  <a:srgbClr val="F6F1E8"/>
                </a:solidFill>
                <a:latin typeface="Arial"/>
                <a:ea typeface="Arial"/>
                <a:cs typeface="Arial"/>
              </a:defRPr>
            </a:lvl4pPr>
            <a:lvl5pPr algn="l">
              <a:defRPr sz="4050" b="1">
                <a:solidFill>
                  <a:srgbClr val="F6F1E8"/>
                </a:solidFill>
                <a:latin typeface="Arial"/>
                <a:ea typeface="Arial"/>
                <a:cs typeface="Arial"/>
              </a:defRPr>
            </a:lvl5pPr>
            <a:lvl6pPr algn="l">
              <a:defRPr sz="4050" b="1">
                <a:solidFill>
                  <a:srgbClr val="F6F1E8"/>
                </a:solidFill>
                <a:latin typeface="Arial"/>
                <a:ea typeface="Arial"/>
                <a:cs typeface="Arial"/>
              </a:defRPr>
            </a:lvl6pPr>
            <a:lvl7pPr algn="l">
              <a:defRPr sz="4050" b="1">
                <a:solidFill>
                  <a:srgbClr val="F6F1E8"/>
                </a:solidFill>
                <a:latin typeface="Arial"/>
                <a:ea typeface="Arial"/>
                <a:cs typeface="Arial"/>
              </a:defRPr>
            </a:lvl7pPr>
            <a:lvl8pPr algn="l">
              <a:defRPr sz="4050" b="1">
                <a:solidFill>
                  <a:srgbClr val="F6F1E8"/>
                </a:solidFill>
                <a:latin typeface="Arial"/>
                <a:ea typeface="Arial"/>
                <a:cs typeface="Arial"/>
              </a:defRPr>
            </a:lvl8pPr>
            <a:lvl9pPr algn="l">
              <a:defRPr sz="4050" b="1">
                <a:solidFill>
                  <a:srgbClr val="F6F1E8"/>
                </a:solidFill>
                <a:latin typeface="Arial"/>
                <a:ea typeface="Arial"/>
                <a:cs typeface="Arial"/>
              </a:defRPr>
            </a:lvl9pPr>
          </a:lstStyle>
          <a:p xmlns:a="http://schemas.openxmlformats.org/drawingml/2006/main">
            <a:pPr algn="l">
              <a:lnSpc>
                <a:spcPct val="108000"/>
              </a:lnSpc>
              <a:buNone/>
              <a:defRPr sz="4050" b="1">
                <a:solidFill>
                  <a:srgbClr val="F6F1E8"/>
                </a:solidFill>
                <a:latin typeface="Arial"/>
                <a:ea typeface="Arial"/>
                <a:cs typeface="Arial"/>
              </a:defRPr>
            </a:pPr>
            <a:r>
              <a:rPr sz="4050" b="1">
                <a:solidFill>
                  <a:srgbClr val="F6F1E8"/>
                </a:solidFill>
                <a:latin typeface="Arial"/>
                <a:ea typeface="Arial"/>
                <a:cs typeface="Arial"/>
              </a:rPr>
              <a:t>Verificación y pruebas</a:t>
            </a:r>
          </a:p>
        </p:txBody>
      </p:sp>
      <p:sp>
        <p:nvSpPr>
          <p:cNvPr id="2" name="concepto-tabla">
            <a:extLst xmlns:a="http://schemas.openxmlformats.org/drawingml/2006/main">
              <a:ext uri="{FF2B5EF4-FFF2-40B4-BE49-F238E27FC236}">
                <a16:creationId xmlns:a16="http://schemas.microsoft.com/office/drawing/2014/main" id="{6C8B98DD-8233-4743-BC3C-49C330316760}"/>
              </a:ext>
            </a:extLst>
          </p:cNvPr>
          <p:cNvSpPr>
            <a:spLocks xmlns:a="http://schemas.openxmlformats.org/drawingml/2006/main" noGrp="1"/>
          </p:cNvSpPr>
          <p:nvPr/>
        </p:nvSpPr>
        <p:spPr>
          <a:xfrm xmlns:a="http://schemas.openxmlformats.org/drawingml/2006/main">
            <a:off x="609600" y="180975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F6F1E8"/>
                </a:solidFill>
                <a:latin typeface="Arial"/>
                <a:ea typeface="Arial"/>
                <a:cs typeface="Arial"/>
              </a:defRPr>
            </a:defPPr>
            <a:lvl1pPr algn="l">
              <a:defRPr sz="2700" b="1">
                <a:solidFill>
                  <a:srgbClr val="F6F1E8"/>
                </a:solidFill>
                <a:latin typeface="Arial"/>
                <a:ea typeface="Arial"/>
                <a:cs typeface="Arial"/>
              </a:defRPr>
            </a:lvl1pPr>
            <a:lvl2pPr algn="l">
              <a:defRPr sz="2700" b="1">
                <a:solidFill>
                  <a:srgbClr val="F6F1E8"/>
                </a:solidFill>
                <a:latin typeface="Arial"/>
                <a:ea typeface="Arial"/>
                <a:cs typeface="Arial"/>
              </a:defRPr>
            </a:lvl2pPr>
            <a:lvl3pPr algn="l">
              <a:defRPr sz="2700" b="1">
                <a:solidFill>
                  <a:srgbClr val="F6F1E8"/>
                </a:solidFill>
                <a:latin typeface="Arial"/>
                <a:ea typeface="Arial"/>
                <a:cs typeface="Arial"/>
              </a:defRPr>
            </a:lvl3pPr>
            <a:lvl4pPr algn="l">
              <a:defRPr sz="2700" b="1">
                <a:solidFill>
                  <a:srgbClr val="F6F1E8"/>
                </a:solidFill>
                <a:latin typeface="Arial"/>
                <a:ea typeface="Arial"/>
                <a:cs typeface="Arial"/>
              </a:defRPr>
            </a:lvl4pPr>
            <a:lvl5pPr algn="l">
              <a:defRPr sz="2700" b="1">
                <a:solidFill>
                  <a:srgbClr val="F6F1E8"/>
                </a:solidFill>
                <a:latin typeface="Arial"/>
                <a:ea typeface="Arial"/>
                <a:cs typeface="Arial"/>
              </a:defRPr>
            </a:lvl5pPr>
            <a:lvl6pPr algn="l">
              <a:defRPr sz="2700" b="1">
                <a:solidFill>
                  <a:srgbClr val="F6F1E8"/>
                </a:solidFill>
                <a:latin typeface="Arial"/>
                <a:ea typeface="Arial"/>
                <a:cs typeface="Arial"/>
              </a:defRPr>
            </a:lvl6pPr>
            <a:lvl7pPr algn="l">
              <a:defRPr sz="2700" b="1">
                <a:solidFill>
                  <a:srgbClr val="F6F1E8"/>
                </a:solidFill>
                <a:latin typeface="Arial"/>
                <a:ea typeface="Arial"/>
                <a:cs typeface="Arial"/>
              </a:defRPr>
            </a:lvl7pPr>
            <a:lvl8pPr algn="l">
              <a:defRPr sz="2700" b="1">
                <a:solidFill>
                  <a:srgbClr val="F6F1E8"/>
                </a:solidFill>
                <a:latin typeface="Arial"/>
                <a:ea typeface="Arial"/>
                <a:cs typeface="Arial"/>
              </a:defRPr>
            </a:lvl8pPr>
            <a:lvl9pPr algn="l">
              <a:defRPr sz="2700" b="1">
                <a:solidFill>
                  <a:srgbClr val="F6F1E8"/>
                </a:solidFill>
                <a:latin typeface="Arial"/>
                <a:ea typeface="Arial"/>
                <a:cs typeface="Arial"/>
              </a:defRPr>
            </a:lvl9pPr>
          </a:lstStyle>
          <a:p xmlns:a="http://schemas.openxmlformats.org/drawingml/2006/main">
            <a:pPr algn="l">
              <a:lnSpc>
                <a:spcPct val="108000"/>
              </a:lnSpc>
              <a:buNone/>
              <a:defRPr sz="2700" b="1">
                <a:solidFill>
                  <a:srgbClr val="F6F1E8"/>
                </a:solidFill>
                <a:latin typeface="Arial"/>
                <a:ea typeface="Arial"/>
                <a:cs typeface="Arial"/>
              </a:defRPr>
            </a:pPr>
            <a:r>
              <a:rPr sz="2700" b="1">
                <a:solidFill>
                  <a:srgbClr val="F6F1E8"/>
                </a:solidFill>
                <a:latin typeface="Arial"/>
                <a:ea typeface="Arial"/>
                <a:cs typeface="Arial"/>
              </a:rPr>
              <a:t>Contrasta resultados con criterios y busca regresiones.</a:t>
            </a:r>
          </a:p>
        </p:txBody>
      </p:sp>
      <p:graphicFrame>
        <p:nvGraphicFramePr>
          <p:cNvPr id="3" name="">
            <a:extLst xmlns:a="http://schemas.openxmlformats.org/drawingml/2006/main">
              <a:ext uri="{FF2B5EF4-FFF2-40B4-BE49-F238E27FC236}">
                <a16:creationId xmlns:a16="http://schemas.microsoft.com/office/drawing/2014/main" id="{013E092D-2993-441F-A991-59DA6FAE70A1}"/>
              </a:ext>
            </a:extLst>
          </p:cNvPr>
          <p:cNvGraphicFramePr/>
          <p:nvPr/>
        </p:nvGraphicFramePr>
        <p:xfrm>
          <a:off xmlns:a="http://schemas.openxmlformats.org/drawingml/2006/main" x="609600" y="2714625"/>
          <a:ext xmlns:a="http://schemas.openxmlformats.org/drawingml/2006/main" cx="10972800" cy="2476500"/>
        </p:xfrm>
        <a:graphic xmlns:a="http://schemas.openxmlformats.org/drawingml/2006/main">
          <a:graphicData uri="http://schemas.openxmlformats.org/drawingml/2006/table">
            <a:tbl>
              <a:tblPr firstRow="1" bandRow="0"/>
              <a:tblGrid>
                <a:gridCol w="2857500"/>
                <a:gridCol w="8115300"/>
              </a:tblGrid>
              <a:tr h="619125">
                <a:tc>
                  <a:txBody>
                    <a:bodyPr>
                      <a:noAutofit/>
                    </a:bodyPr>
                    <a:lstStyle/>
                    <a:p>
                      <a:r>
                        <a:rPr sz="2250" b="1">
                          <a:solidFill>
                            <a:srgbClr val="11233E"/>
                          </a:solidFill>
                          <a:latin typeface="Arial"/>
                          <a:ea typeface="Arial"/>
                          <a:cs typeface="Arial"/>
                        </a:rPr>
                        <a:t>Escenario</a:t>
                      </a:r>
                    </a:p>
                  </a:txBody>
                  <a:tcPr marL="133350" marR="133350" marT="76200" marB="76200" anchor="ctr">
                    <a:lnL w="7620">
                      <a:solidFill>
                        <a:srgbClr val="526079"/>
                      </a:solidFill>
                      <a:prstDash val="solid"/>
                    </a:lnL>
                    <a:lnR w="7620">
                      <a:solidFill>
                        <a:srgbClr val="526079"/>
                      </a:solidFill>
                      <a:prstDash val="solid"/>
                    </a:lnR>
                    <a:lnT w="7620">
                      <a:solidFill>
                        <a:srgbClr val="526079"/>
                      </a:solidFill>
                      <a:prstDash val="solid"/>
                    </a:lnT>
                    <a:lnB w="7620">
                      <a:solidFill>
                        <a:srgbClr val="526079"/>
                      </a:solidFill>
                      <a:prstDash val="solid"/>
                    </a:lnB>
                    <a:solidFill>
                      <a:srgbClr val="F6F1E8"/>
                    </a:solidFill>
                  </a:tcPr>
                </a:tc>
                <a:tc>
                  <a:txBody>
                    <a:bodyPr>
                      <a:noAutofit/>
                    </a:bodyPr>
                    <a:lstStyle/>
                    <a:p>
                      <a:r>
                        <a:rPr sz="2250" b="1">
                          <a:solidFill>
                            <a:srgbClr val="11233E"/>
                          </a:solidFill>
                          <a:latin typeface="Arial"/>
                          <a:ea typeface="Arial"/>
                          <a:cs typeface="Arial"/>
                        </a:rPr>
                        <a:t>Resultado esperado</a:t>
                      </a:r>
                    </a:p>
                  </a:txBody>
                  <a:tcPr marL="133350" marR="133350" marT="76200" marB="76200" anchor="ctr">
                    <a:lnR w="7620">
                      <a:solidFill>
                        <a:srgbClr val="526079"/>
                      </a:solidFill>
                      <a:prstDash val="solid"/>
                    </a:lnR>
                    <a:lnT w="7620">
                      <a:solidFill>
                        <a:srgbClr val="526079"/>
                      </a:solidFill>
                      <a:prstDash val="solid"/>
                    </a:lnT>
                    <a:lnB w="7620">
                      <a:solidFill>
                        <a:srgbClr val="526079"/>
                      </a:solidFill>
                      <a:prstDash val="solid"/>
                    </a:lnB>
                    <a:solidFill>
                      <a:srgbClr val="F6F1E8"/>
                    </a:solidFill>
                  </a:tcPr>
                </a:tc>
              </a:tr>
              <a:tr h="619125">
                <a:tc>
                  <a:txBody>
                    <a:bodyPr>
                      <a:noAutofit/>
                    </a:bodyPr>
                    <a:lstStyle/>
                    <a:p>
                      <a:r>
                        <a:rPr sz="2250" b="0">
                          <a:solidFill>
                            <a:srgbClr val="F6F1E8"/>
                          </a:solidFill>
                          <a:latin typeface="Arial"/>
                          <a:ea typeface="Arial"/>
                          <a:cs typeface="Arial"/>
                        </a:rPr>
                        <a:t>Transferencia</a:t>
                      </a:r>
                    </a:p>
                  </a:txBody>
                  <a:tcPr marL="133350" marR="133350" marT="76200" marB="76200" anchor="ctr">
                    <a:lnL w="7620">
                      <a:solidFill>
                        <a:srgbClr val="526079"/>
                      </a:solidFill>
                      <a:prstDash val="solid"/>
                    </a:lnL>
                    <a:lnR w="7620">
                      <a:solidFill>
                        <a:srgbClr val="526079"/>
                      </a:solidFill>
                      <a:prstDash val="solid"/>
                    </a:lnR>
                    <a:lnB w="7620">
                      <a:solidFill>
                        <a:srgbClr val="526079"/>
                      </a:solidFill>
                      <a:prstDash val="solid"/>
                    </a:lnB>
                    <a:solidFill>
                      <a:srgbClr val="11233E"/>
                    </a:solidFill>
                  </a:tcPr>
                </a:tc>
                <a:tc>
                  <a:txBody>
                    <a:bodyPr>
                      <a:noAutofit/>
                    </a:bodyPr>
                    <a:lstStyle/>
                    <a:p>
                      <a:r>
                        <a:rPr sz="2250" b="0">
                          <a:solidFill>
                            <a:srgbClr val="F6F1E8"/>
                          </a:solidFill>
                          <a:latin typeface="Arial"/>
                          <a:ea typeface="Arial"/>
                          <a:cs typeface="Arial"/>
                        </a:rPr>
                        <a:t>nuevo QR aceptado y anterior rechazado.</a:t>
                      </a:r>
                    </a:p>
                  </a:txBody>
                  <a:tcPr marL="133350" marR="133350" marT="76200" marB="76200" anchor="ctr">
                    <a:lnR w="7620">
                      <a:solidFill>
                        <a:srgbClr val="526079"/>
                      </a:solidFill>
                      <a:prstDash val="solid"/>
                    </a:lnR>
                    <a:lnB w="7620">
                      <a:solidFill>
                        <a:srgbClr val="526079"/>
                      </a:solidFill>
                      <a:prstDash val="solid"/>
                    </a:lnB>
                    <a:solidFill>
                      <a:srgbClr val="11233E"/>
                    </a:solidFill>
                  </a:tcPr>
                </a:tc>
              </a:tr>
              <a:tr h="619125">
                <a:tc>
                  <a:txBody>
                    <a:bodyPr>
                      <a:noAutofit/>
                    </a:bodyPr>
                    <a:lstStyle/>
                    <a:p>
                      <a:r>
                        <a:rPr sz="2250" b="0">
                          <a:solidFill>
                            <a:srgbClr val="F6F1E8"/>
                          </a:solidFill>
                          <a:latin typeface="Arial"/>
                          <a:ea typeface="Arial"/>
                          <a:cs typeface="Arial"/>
                        </a:rPr>
                        <a:t>Simultáneas</a:t>
                      </a:r>
                    </a:p>
                  </a:txBody>
                  <a:tcPr marL="133350" marR="133350" marT="76200" marB="76200" anchor="ctr">
                    <a:lnL w="7620">
                      <a:solidFill>
                        <a:srgbClr val="526079"/>
                      </a:solidFill>
                      <a:prstDash val="solid"/>
                    </a:lnL>
                    <a:lnR w="7620">
                      <a:solidFill>
                        <a:srgbClr val="526079"/>
                      </a:solidFill>
                      <a:prstDash val="solid"/>
                    </a:lnR>
                    <a:lnB w="7620">
                      <a:solidFill>
                        <a:srgbClr val="526079"/>
                      </a:solidFill>
                      <a:prstDash val="solid"/>
                    </a:lnB>
                    <a:solidFill>
                      <a:srgbClr val="11233E"/>
                    </a:solidFill>
                  </a:tcPr>
                </a:tc>
                <a:tc>
                  <a:txBody>
                    <a:bodyPr>
                      <a:noAutofit/>
                    </a:bodyPr>
                    <a:lstStyle/>
                    <a:p>
                      <a:r>
                        <a:rPr sz="2250" b="0">
                          <a:solidFill>
                            <a:srgbClr val="F6F1E8"/>
                          </a:solidFill>
                          <a:latin typeface="Arial"/>
                          <a:ea typeface="Arial"/>
                          <a:cs typeface="Arial"/>
                        </a:rPr>
                        <a:t>una sola transferencia aceptada.</a:t>
                      </a:r>
                    </a:p>
                  </a:txBody>
                  <a:tcPr marL="133350" marR="133350" marT="76200" marB="76200" anchor="ctr">
                    <a:lnR w="7620">
                      <a:solidFill>
                        <a:srgbClr val="526079"/>
                      </a:solidFill>
                      <a:prstDash val="solid"/>
                    </a:lnR>
                    <a:lnB w="7620">
                      <a:solidFill>
                        <a:srgbClr val="526079"/>
                      </a:solidFill>
                      <a:prstDash val="solid"/>
                    </a:lnB>
                    <a:solidFill>
                      <a:srgbClr val="11233E"/>
                    </a:solidFill>
                  </a:tcPr>
                </a:tc>
              </a:tr>
              <a:tr h="619125">
                <a:tc>
                  <a:txBody>
                    <a:bodyPr>
                      <a:noAutofit/>
                    </a:bodyPr>
                    <a:lstStyle/>
                    <a:p>
                      <a:r>
                        <a:rPr sz="2250" b="0">
                          <a:solidFill>
                            <a:srgbClr val="F6F1E8"/>
                          </a:solidFill>
                          <a:latin typeface="Arial"/>
                          <a:ea typeface="Arial"/>
                          <a:cs typeface="Arial"/>
                        </a:rPr>
                        <a:t>Regresión</a:t>
                      </a:r>
                    </a:p>
                  </a:txBody>
                  <a:tcPr marL="133350" marR="133350" marT="76200" marB="76200" anchor="ctr">
                    <a:lnL w="7620">
                      <a:solidFill>
                        <a:srgbClr val="526079"/>
                      </a:solidFill>
                      <a:prstDash val="solid"/>
                    </a:lnL>
                    <a:lnR w="7620">
                      <a:solidFill>
                        <a:srgbClr val="526079"/>
                      </a:solidFill>
                      <a:prstDash val="solid"/>
                    </a:lnR>
                    <a:lnB w="7620">
                      <a:solidFill>
                        <a:srgbClr val="526079"/>
                      </a:solidFill>
                      <a:prstDash val="solid"/>
                    </a:lnB>
                    <a:solidFill>
                      <a:srgbClr val="11233E"/>
                    </a:solidFill>
                  </a:tcPr>
                </a:tc>
                <a:tc>
                  <a:txBody>
                    <a:bodyPr>
                      <a:noAutofit/>
                    </a:bodyPr>
                    <a:lstStyle/>
                    <a:p>
                      <a:r>
                        <a:rPr sz="2250" b="0">
                          <a:solidFill>
                            <a:srgbClr val="F6F1E8"/>
                          </a:solidFill>
                          <a:latin typeface="Arial"/>
                          <a:ea typeface="Arial"/>
                          <a:cs typeface="Arial"/>
                        </a:rPr>
                        <a:t>Compra y acceso habituales siguen funcionando.</a:t>
                      </a:r>
                    </a:p>
                  </a:txBody>
                  <a:tcPr marL="133350" marR="133350" marT="76200" marB="76200" anchor="ctr">
                    <a:lnR w="7620">
                      <a:solidFill>
                        <a:srgbClr val="526079"/>
                      </a:solidFill>
                      <a:prstDash val="solid"/>
                    </a:lnR>
                    <a:lnB w="7620">
                      <a:solidFill>
                        <a:srgbClr val="526079"/>
                      </a:solidFill>
                      <a:prstDash val="solid"/>
                    </a:lnB>
                    <a:solidFill>
                      <a:srgbClr val="11233E"/>
                    </a:solidFill>
                  </a:tcPr>
                </a:tc>
              </a:tr>
            </a:tbl>
          </a:graphicData>
        </a:graphic>
      </p:graphicFrame>
      <p:sp>
        <p:nvSpPr>
          <p:cNvPr id="4" name="ejemplo-visible">
            <a:extLst xmlns:a="http://schemas.openxmlformats.org/drawingml/2006/main">
              <a:ext uri="{FF2B5EF4-FFF2-40B4-BE49-F238E27FC236}">
                <a16:creationId xmlns:a16="http://schemas.microsoft.com/office/drawing/2014/main" id="{42F6A1FB-E611-4A4F-925D-182629A4C8D6}"/>
              </a:ext>
            </a:extLst>
          </p:cNvPr>
          <p:cNvSpPr>
            <a:spLocks xmlns:a="http://schemas.openxmlformats.org/drawingml/2006/main" noGrp="1"/>
          </p:cNvSpPr>
          <p:nvPr/>
        </p:nvSpPr>
        <p:spPr>
          <a:xfrm xmlns:a="http://schemas.openxmlformats.org/drawingml/2006/main">
            <a:off x="609600" y="55245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D4DDEB"/>
                </a:solidFill>
                <a:latin typeface="Arial"/>
                <a:ea typeface="Arial"/>
                <a:cs typeface="Arial"/>
              </a:defRPr>
            </a:defPPr>
            <a:lvl1pPr algn="l">
              <a:defRPr sz="2175" b="0">
                <a:solidFill>
                  <a:srgbClr val="D4DDEB"/>
                </a:solidFill>
                <a:latin typeface="Arial"/>
                <a:ea typeface="Arial"/>
                <a:cs typeface="Arial"/>
              </a:defRPr>
            </a:lvl1pPr>
            <a:lvl2pPr algn="l">
              <a:defRPr sz="2175" b="0">
                <a:solidFill>
                  <a:srgbClr val="D4DDEB"/>
                </a:solidFill>
                <a:latin typeface="Arial"/>
                <a:ea typeface="Arial"/>
                <a:cs typeface="Arial"/>
              </a:defRPr>
            </a:lvl2pPr>
            <a:lvl3pPr algn="l">
              <a:defRPr sz="2175" b="0">
                <a:solidFill>
                  <a:srgbClr val="D4DDEB"/>
                </a:solidFill>
                <a:latin typeface="Arial"/>
                <a:ea typeface="Arial"/>
                <a:cs typeface="Arial"/>
              </a:defRPr>
            </a:lvl3pPr>
            <a:lvl4pPr algn="l">
              <a:defRPr sz="2175" b="0">
                <a:solidFill>
                  <a:srgbClr val="D4DDEB"/>
                </a:solidFill>
                <a:latin typeface="Arial"/>
                <a:ea typeface="Arial"/>
                <a:cs typeface="Arial"/>
              </a:defRPr>
            </a:lvl4pPr>
            <a:lvl5pPr algn="l">
              <a:defRPr sz="2175" b="0">
                <a:solidFill>
                  <a:srgbClr val="D4DDEB"/>
                </a:solidFill>
                <a:latin typeface="Arial"/>
                <a:ea typeface="Arial"/>
                <a:cs typeface="Arial"/>
              </a:defRPr>
            </a:lvl5pPr>
            <a:lvl6pPr algn="l">
              <a:defRPr sz="2175" b="0">
                <a:solidFill>
                  <a:srgbClr val="D4DDEB"/>
                </a:solidFill>
                <a:latin typeface="Arial"/>
                <a:ea typeface="Arial"/>
                <a:cs typeface="Arial"/>
              </a:defRPr>
            </a:lvl6pPr>
            <a:lvl7pPr algn="l">
              <a:defRPr sz="2175" b="0">
                <a:solidFill>
                  <a:srgbClr val="D4DDEB"/>
                </a:solidFill>
                <a:latin typeface="Arial"/>
                <a:ea typeface="Arial"/>
                <a:cs typeface="Arial"/>
              </a:defRPr>
            </a:lvl7pPr>
            <a:lvl8pPr algn="l">
              <a:defRPr sz="2175" b="0">
                <a:solidFill>
                  <a:srgbClr val="D4DDEB"/>
                </a:solidFill>
                <a:latin typeface="Arial"/>
                <a:ea typeface="Arial"/>
                <a:cs typeface="Arial"/>
              </a:defRPr>
            </a:lvl8pPr>
            <a:lvl9pPr algn="l">
              <a:defRPr sz="2175" b="0">
                <a:solidFill>
                  <a:srgbClr val="D4DDEB"/>
                </a:solidFill>
                <a:latin typeface="Arial"/>
                <a:ea typeface="Arial"/>
                <a:cs typeface="Arial"/>
              </a:defRPr>
            </a:lvl9pPr>
          </a:lstStyle>
          <a:p xmlns:a="http://schemas.openxmlformats.org/drawingml/2006/main">
            <a:pPr algn="l">
              <a:lnSpc>
                <a:spcPct val="108000"/>
              </a:lnSpc>
              <a:buNone/>
              <a:defRPr sz="2175" b="0">
                <a:solidFill>
                  <a:srgbClr val="D4DDEB"/>
                </a:solidFill>
                <a:latin typeface="Arial"/>
                <a:ea typeface="Arial"/>
                <a:cs typeface="Arial"/>
              </a:defRPr>
            </a:pPr>
            <a:r>
              <a:rPr sz="2175" b="0">
                <a:solidFill>
                  <a:srgbClr val="D4DDEB"/>
                </a:solidFill>
                <a:latin typeface="Arial"/>
                <a:ea typeface="Arial"/>
                <a:cs typeface="Arial"/>
              </a:rPr>
              <a:t>La prueba incluye transferencia, validación de acceso y dos peticiones concurrentes, además de la compra habitual.</a:t>
            </a:r>
          </a:p>
        </p:txBody>
      </p:sp>
      <p:sp>
        <p:nvSpPr>
          <p:cNvPr id="5" name="numero-pagina">
            <a:extLst xmlns:a="http://schemas.openxmlformats.org/drawingml/2006/main">
              <a:ext uri="{FF2B5EF4-FFF2-40B4-BE49-F238E27FC236}">
                <a16:creationId xmlns:a16="http://schemas.microsoft.com/office/drawing/2014/main" id="{E8C8E4F5-C0D1-45A9-B7FF-0BE2A17430F6}"/>
              </a:ext>
            </a:extLst>
          </p:cNvPr>
          <p:cNvSpPr>
            <a:spLocks xmlns:a="http://schemas.openxmlformats.org/drawingml/2006/main" noGrp="1"/>
          </p:cNvSpPr>
          <p:nvPr/>
        </p:nvSpPr>
        <p:spPr>
          <a:xfrm xmlns:a="http://schemas.openxmlformats.org/drawingml/2006/main">
            <a:off x="10972800" y="6400800"/>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D4DDEB"/>
                </a:solidFill>
                <a:latin typeface="Arial"/>
                <a:ea typeface="Arial"/>
                <a:cs typeface="Arial"/>
              </a:defRPr>
            </a:defPPr>
            <a:lvl1pPr algn="r">
              <a:defRPr sz="1350" b="0">
                <a:solidFill>
                  <a:srgbClr val="D4DDEB"/>
                </a:solidFill>
                <a:latin typeface="Arial"/>
                <a:ea typeface="Arial"/>
                <a:cs typeface="Arial"/>
              </a:defRPr>
            </a:lvl1pPr>
            <a:lvl2pPr algn="r">
              <a:defRPr sz="1350" b="0">
                <a:solidFill>
                  <a:srgbClr val="D4DDEB"/>
                </a:solidFill>
                <a:latin typeface="Arial"/>
                <a:ea typeface="Arial"/>
                <a:cs typeface="Arial"/>
              </a:defRPr>
            </a:lvl2pPr>
            <a:lvl3pPr algn="r">
              <a:defRPr sz="1350" b="0">
                <a:solidFill>
                  <a:srgbClr val="D4DDEB"/>
                </a:solidFill>
                <a:latin typeface="Arial"/>
                <a:ea typeface="Arial"/>
                <a:cs typeface="Arial"/>
              </a:defRPr>
            </a:lvl3pPr>
            <a:lvl4pPr algn="r">
              <a:defRPr sz="1350" b="0">
                <a:solidFill>
                  <a:srgbClr val="D4DDEB"/>
                </a:solidFill>
                <a:latin typeface="Arial"/>
                <a:ea typeface="Arial"/>
                <a:cs typeface="Arial"/>
              </a:defRPr>
            </a:lvl4pPr>
            <a:lvl5pPr algn="r">
              <a:defRPr sz="1350" b="0">
                <a:solidFill>
                  <a:srgbClr val="D4DDEB"/>
                </a:solidFill>
                <a:latin typeface="Arial"/>
                <a:ea typeface="Arial"/>
                <a:cs typeface="Arial"/>
              </a:defRPr>
            </a:lvl5pPr>
            <a:lvl6pPr algn="r">
              <a:defRPr sz="1350" b="0">
                <a:solidFill>
                  <a:srgbClr val="D4DDEB"/>
                </a:solidFill>
                <a:latin typeface="Arial"/>
                <a:ea typeface="Arial"/>
                <a:cs typeface="Arial"/>
              </a:defRPr>
            </a:lvl6pPr>
            <a:lvl7pPr algn="r">
              <a:defRPr sz="1350" b="0">
                <a:solidFill>
                  <a:srgbClr val="D4DDEB"/>
                </a:solidFill>
                <a:latin typeface="Arial"/>
                <a:ea typeface="Arial"/>
                <a:cs typeface="Arial"/>
              </a:defRPr>
            </a:lvl7pPr>
            <a:lvl8pPr algn="r">
              <a:defRPr sz="1350" b="0">
                <a:solidFill>
                  <a:srgbClr val="D4DDEB"/>
                </a:solidFill>
                <a:latin typeface="Arial"/>
                <a:ea typeface="Arial"/>
                <a:cs typeface="Arial"/>
              </a:defRPr>
            </a:lvl8pPr>
            <a:lvl9pPr algn="r">
              <a:defRPr sz="1350" b="0">
                <a:solidFill>
                  <a:srgbClr val="D4DDEB"/>
                </a:solidFill>
                <a:latin typeface="Arial"/>
                <a:ea typeface="Arial"/>
                <a:cs typeface="Arial"/>
              </a:defRPr>
            </a:lvl9pPr>
          </a:lstStyle>
          <a:p xmlns:a="http://schemas.openxmlformats.org/drawingml/2006/main">
            <a:pPr algn="r">
              <a:lnSpc>
                <a:spcPct val="108000"/>
              </a:lnSpc>
              <a:buNone/>
              <a:defRPr sz="1350" b="0">
                <a:solidFill>
                  <a:srgbClr val="D4DDEB"/>
                </a:solidFill>
                <a:latin typeface="Arial"/>
                <a:ea typeface="Arial"/>
                <a:cs typeface="Arial"/>
              </a:defRPr>
            </a:pPr>
            <a:r>
              <a:rPr sz="1350" b="0">
                <a:solidFill>
                  <a:srgbClr val="D4DDEB"/>
                </a:solidFill>
                <a:latin typeface="Arial"/>
                <a:ea typeface="Arial"/>
                <a:cs typeface="Arial"/>
              </a:rPr>
              <a:t>12</a:t>
            </a:r>
          </a:p>
        </p:txBody>
      </p:sp>
    </p:spTree>
    <p:extLst>
      <p:ext uri="{BB962C8B-B14F-4D97-AF65-F5344CB8AC3E}">
        <p14:creationId xmlns:p14="http://schemas.microsoft.com/office/powerpoint/2010/main" val="1128800320"/>
      </p:ext>
    </p:extLst>
  </p:cSld>
</p:sld>
</file>

<file path=ppt/slides/slide13.xml><?xml version="1.0" encoding="utf-8"?>
<p:sld xmlns:p="http://schemas.openxmlformats.org/presentationml/2006/main">
  <p:cSld>
    <p:bg>
      <p:bgPr>
        <a:solidFill xmlns:a="http://schemas.openxmlformats.org/drawingml/2006/main">
          <a:srgbClr val="F6F1E8"/>
        </a:solidFill>
      </p:bgPr>
    </p:bg>
    <p:spTree>
      <p:nvGrpSpPr>
        <p:cNvPr id="1" name=""/>
        <p:cNvGrpSpPr/>
        <p:nvPr/>
      </p:nvGrpSpPr>
      <p:grpSpPr>
        <a:xfrm xmlns:a="http://schemas.openxmlformats.org/drawingml/2006/main"/>
      </p:grpSpPr>
      <p:sp>
        <p:nvSpPr>
          <p:cNvPr id="10" name="titulo">
            <a:extLst xmlns:a="http://schemas.openxmlformats.org/drawingml/2006/main">
              <a:ext uri="{FF2B5EF4-FFF2-40B4-BE49-F238E27FC236}">
                <a16:creationId xmlns:a16="http://schemas.microsoft.com/office/drawing/2014/main" id="{0DA3D20C-EA6B-4DCC-A6E7-AEC869847BA3}"/>
              </a:ext>
            </a:extLst>
          </p:cNvPr>
          <p:cNvSpPr>
            <a:spLocks xmlns:a="http://schemas.openxmlformats.org/drawingml/2006/main" noGrp="1"/>
          </p:cNvSpPr>
          <p:nvPr/>
        </p:nvSpPr>
        <p:spPr>
          <a:xfrm xmlns:a="http://schemas.openxmlformats.org/drawingml/2006/main">
            <a:off x="609600" y="571500"/>
            <a:ext cx="109728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050" b="1">
                <a:solidFill>
                  <a:srgbClr val="11233E"/>
                </a:solidFill>
                <a:latin typeface="Arial"/>
                <a:ea typeface="Arial"/>
                <a:cs typeface="Arial"/>
              </a:defRPr>
            </a:defPPr>
            <a:lvl1pPr algn="l">
              <a:defRPr sz="4050" b="1">
                <a:solidFill>
                  <a:srgbClr val="11233E"/>
                </a:solidFill>
                <a:latin typeface="Arial"/>
                <a:ea typeface="Arial"/>
                <a:cs typeface="Arial"/>
              </a:defRPr>
            </a:lvl1pPr>
            <a:lvl2pPr algn="l">
              <a:defRPr sz="4050" b="1">
                <a:solidFill>
                  <a:srgbClr val="11233E"/>
                </a:solidFill>
                <a:latin typeface="Arial"/>
                <a:ea typeface="Arial"/>
                <a:cs typeface="Arial"/>
              </a:defRPr>
            </a:lvl2pPr>
            <a:lvl3pPr algn="l">
              <a:defRPr sz="4050" b="1">
                <a:solidFill>
                  <a:srgbClr val="11233E"/>
                </a:solidFill>
                <a:latin typeface="Arial"/>
                <a:ea typeface="Arial"/>
                <a:cs typeface="Arial"/>
              </a:defRPr>
            </a:lvl3pPr>
            <a:lvl4pPr algn="l">
              <a:defRPr sz="4050" b="1">
                <a:solidFill>
                  <a:srgbClr val="11233E"/>
                </a:solidFill>
                <a:latin typeface="Arial"/>
                <a:ea typeface="Arial"/>
                <a:cs typeface="Arial"/>
              </a:defRPr>
            </a:lvl4pPr>
            <a:lvl5pPr algn="l">
              <a:defRPr sz="4050" b="1">
                <a:solidFill>
                  <a:srgbClr val="11233E"/>
                </a:solidFill>
                <a:latin typeface="Arial"/>
                <a:ea typeface="Arial"/>
                <a:cs typeface="Arial"/>
              </a:defRPr>
            </a:lvl5pPr>
            <a:lvl6pPr algn="l">
              <a:defRPr sz="4050" b="1">
                <a:solidFill>
                  <a:srgbClr val="11233E"/>
                </a:solidFill>
                <a:latin typeface="Arial"/>
                <a:ea typeface="Arial"/>
                <a:cs typeface="Arial"/>
              </a:defRPr>
            </a:lvl6pPr>
            <a:lvl7pPr algn="l">
              <a:defRPr sz="4050" b="1">
                <a:solidFill>
                  <a:srgbClr val="11233E"/>
                </a:solidFill>
                <a:latin typeface="Arial"/>
                <a:ea typeface="Arial"/>
                <a:cs typeface="Arial"/>
              </a:defRPr>
            </a:lvl7pPr>
            <a:lvl8pPr algn="l">
              <a:defRPr sz="4050" b="1">
                <a:solidFill>
                  <a:srgbClr val="11233E"/>
                </a:solidFill>
                <a:latin typeface="Arial"/>
                <a:ea typeface="Arial"/>
                <a:cs typeface="Arial"/>
              </a:defRPr>
            </a:lvl8pPr>
            <a:lvl9pPr algn="l">
              <a:defRPr sz="4050" b="1">
                <a:solidFill>
                  <a:srgbClr val="11233E"/>
                </a:solidFill>
                <a:latin typeface="Arial"/>
                <a:ea typeface="Arial"/>
                <a:cs typeface="Arial"/>
              </a:defRPr>
            </a:lvl9pPr>
          </a:lstStyle>
          <a:p xmlns:a="http://schemas.openxmlformats.org/drawingml/2006/main">
            <a:pPr algn="l">
              <a:lnSpc>
                <a:spcPct val="108000"/>
              </a:lnSpc>
              <a:buNone/>
              <a:defRPr sz="4050" b="1">
                <a:solidFill>
                  <a:srgbClr val="11233E"/>
                </a:solidFill>
                <a:latin typeface="Arial"/>
                <a:ea typeface="Arial"/>
                <a:cs typeface="Arial"/>
              </a:defRPr>
            </a:pPr>
            <a:r>
              <a:rPr sz="4050" b="1">
                <a:solidFill>
                  <a:srgbClr val="11233E"/>
                </a:solidFill>
                <a:latin typeface="Arial"/>
                <a:ea typeface="Arial"/>
                <a:cs typeface="Arial"/>
              </a:rPr>
              <a:t>Publicación y plan de reversión</a:t>
            </a:r>
          </a:p>
        </p:txBody>
      </p:sp>
      <p:sp>
        <p:nvSpPr>
          <p:cNvPr id="2" name="concepto-publicacion">
            <a:extLst xmlns:a="http://schemas.openxmlformats.org/drawingml/2006/main">
              <a:ext uri="{FF2B5EF4-FFF2-40B4-BE49-F238E27FC236}">
                <a16:creationId xmlns:a16="http://schemas.microsoft.com/office/drawing/2014/main" id="{61B84CC6-8335-419A-A1BB-DA3FE6D86A1A}"/>
              </a:ext>
            </a:extLst>
          </p:cNvPr>
          <p:cNvSpPr>
            <a:spLocks xmlns:a="http://schemas.openxmlformats.org/drawingml/2006/main" noGrp="1"/>
          </p:cNvSpPr>
          <p:nvPr/>
        </p:nvSpPr>
        <p:spPr>
          <a:xfrm xmlns:a="http://schemas.openxmlformats.org/drawingml/2006/main">
            <a:off x="609600" y="1809750"/>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1">
                <a:solidFill>
                  <a:srgbClr val="11233E"/>
                </a:solidFill>
                <a:latin typeface="Arial"/>
                <a:ea typeface="Arial"/>
                <a:cs typeface="Arial"/>
              </a:defRPr>
            </a:defPPr>
            <a:lvl1pPr algn="l">
              <a:defRPr sz="2850" b="1">
                <a:solidFill>
                  <a:srgbClr val="11233E"/>
                </a:solidFill>
                <a:latin typeface="Arial"/>
                <a:ea typeface="Arial"/>
                <a:cs typeface="Arial"/>
              </a:defRPr>
            </a:lvl1pPr>
            <a:lvl2pPr algn="l">
              <a:defRPr sz="2850" b="1">
                <a:solidFill>
                  <a:srgbClr val="11233E"/>
                </a:solidFill>
                <a:latin typeface="Arial"/>
                <a:ea typeface="Arial"/>
                <a:cs typeface="Arial"/>
              </a:defRPr>
            </a:lvl2pPr>
            <a:lvl3pPr algn="l">
              <a:defRPr sz="2850" b="1">
                <a:solidFill>
                  <a:srgbClr val="11233E"/>
                </a:solidFill>
                <a:latin typeface="Arial"/>
                <a:ea typeface="Arial"/>
                <a:cs typeface="Arial"/>
              </a:defRPr>
            </a:lvl3pPr>
            <a:lvl4pPr algn="l">
              <a:defRPr sz="2850" b="1">
                <a:solidFill>
                  <a:srgbClr val="11233E"/>
                </a:solidFill>
                <a:latin typeface="Arial"/>
                <a:ea typeface="Arial"/>
                <a:cs typeface="Arial"/>
              </a:defRPr>
            </a:lvl4pPr>
            <a:lvl5pPr algn="l">
              <a:defRPr sz="2850" b="1">
                <a:solidFill>
                  <a:srgbClr val="11233E"/>
                </a:solidFill>
                <a:latin typeface="Arial"/>
                <a:ea typeface="Arial"/>
                <a:cs typeface="Arial"/>
              </a:defRPr>
            </a:lvl5pPr>
            <a:lvl6pPr algn="l">
              <a:defRPr sz="2850" b="1">
                <a:solidFill>
                  <a:srgbClr val="11233E"/>
                </a:solidFill>
                <a:latin typeface="Arial"/>
                <a:ea typeface="Arial"/>
                <a:cs typeface="Arial"/>
              </a:defRPr>
            </a:lvl6pPr>
            <a:lvl7pPr algn="l">
              <a:defRPr sz="2850" b="1">
                <a:solidFill>
                  <a:srgbClr val="11233E"/>
                </a:solidFill>
                <a:latin typeface="Arial"/>
                <a:ea typeface="Arial"/>
                <a:cs typeface="Arial"/>
              </a:defRPr>
            </a:lvl7pPr>
            <a:lvl8pPr algn="l">
              <a:defRPr sz="2850" b="1">
                <a:solidFill>
                  <a:srgbClr val="11233E"/>
                </a:solidFill>
                <a:latin typeface="Arial"/>
                <a:ea typeface="Arial"/>
                <a:cs typeface="Arial"/>
              </a:defRPr>
            </a:lvl8pPr>
            <a:lvl9pPr algn="l">
              <a:defRPr sz="2850" b="1">
                <a:solidFill>
                  <a:srgbClr val="11233E"/>
                </a:solidFill>
                <a:latin typeface="Arial"/>
                <a:ea typeface="Arial"/>
                <a:cs typeface="Arial"/>
              </a:defRPr>
            </a:lvl9pPr>
          </a:lstStyle>
          <a:p xmlns:a="http://schemas.openxmlformats.org/drawingml/2006/main">
            <a:pPr algn="l">
              <a:lnSpc>
                <a:spcPct val="108000"/>
              </a:lnSpc>
              <a:buNone/>
              <a:defRPr sz="2850" b="1">
                <a:solidFill>
                  <a:srgbClr val="11233E"/>
                </a:solidFill>
                <a:latin typeface="Arial"/>
                <a:ea typeface="Arial"/>
                <a:cs typeface="Arial"/>
              </a:defRPr>
            </a:pPr>
            <a:r>
              <a:rPr sz="2850" b="1">
                <a:solidFill>
                  <a:srgbClr val="11233E"/>
                </a:solidFill>
                <a:latin typeface="Arial"/>
                <a:ea typeface="Arial"/>
                <a:cs typeface="Arial"/>
              </a:rPr>
              <a:t>Publicar pone la función en servicio.</a:t>
            </a:r>
          </a:p>
        </p:txBody>
      </p:sp>
      <p:sp>
        <p:nvSpPr>
          <p:cNvPr id="3" name="activacion">
            <a:extLst xmlns:a="http://schemas.openxmlformats.org/drawingml/2006/main">
              <a:ext uri="{FF2B5EF4-FFF2-40B4-BE49-F238E27FC236}">
                <a16:creationId xmlns:a16="http://schemas.microsoft.com/office/drawing/2014/main" id="{8CDCFB34-1781-4ED2-8DE4-370B7C90D1E3}"/>
              </a:ext>
            </a:extLst>
          </p:cNvPr>
          <p:cNvSpPr>
            <a:spLocks xmlns:a="http://schemas.openxmlformats.org/drawingml/2006/main" noGrp="1"/>
          </p:cNvSpPr>
          <p:nvPr/>
        </p:nvSpPr>
        <p:spPr>
          <a:xfrm xmlns:a="http://schemas.openxmlformats.org/drawingml/2006/main">
            <a:off x="609600" y="2924175"/>
            <a:ext cx="49339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1">
                <a:solidFill>
                  <a:srgbClr val="2456A6"/>
                </a:solidFill>
                <a:latin typeface="Arial"/>
                <a:ea typeface="Arial"/>
                <a:cs typeface="Arial"/>
              </a:defRPr>
            </a:defPPr>
            <a:lvl1pPr algn="l">
              <a:defRPr sz="2850" b="1">
                <a:solidFill>
                  <a:srgbClr val="2456A6"/>
                </a:solidFill>
                <a:latin typeface="Arial"/>
                <a:ea typeface="Arial"/>
                <a:cs typeface="Arial"/>
              </a:defRPr>
            </a:lvl1pPr>
            <a:lvl2pPr algn="l">
              <a:defRPr sz="2850" b="1">
                <a:solidFill>
                  <a:srgbClr val="2456A6"/>
                </a:solidFill>
                <a:latin typeface="Arial"/>
                <a:ea typeface="Arial"/>
                <a:cs typeface="Arial"/>
              </a:defRPr>
            </a:lvl2pPr>
            <a:lvl3pPr algn="l">
              <a:defRPr sz="2850" b="1">
                <a:solidFill>
                  <a:srgbClr val="2456A6"/>
                </a:solidFill>
                <a:latin typeface="Arial"/>
                <a:ea typeface="Arial"/>
                <a:cs typeface="Arial"/>
              </a:defRPr>
            </a:lvl3pPr>
            <a:lvl4pPr algn="l">
              <a:defRPr sz="2850" b="1">
                <a:solidFill>
                  <a:srgbClr val="2456A6"/>
                </a:solidFill>
                <a:latin typeface="Arial"/>
                <a:ea typeface="Arial"/>
                <a:cs typeface="Arial"/>
              </a:defRPr>
            </a:lvl4pPr>
            <a:lvl5pPr algn="l">
              <a:defRPr sz="2850" b="1">
                <a:solidFill>
                  <a:srgbClr val="2456A6"/>
                </a:solidFill>
                <a:latin typeface="Arial"/>
                <a:ea typeface="Arial"/>
                <a:cs typeface="Arial"/>
              </a:defRPr>
            </a:lvl5pPr>
            <a:lvl6pPr algn="l">
              <a:defRPr sz="2850" b="1">
                <a:solidFill>
                  <a:srgbClr val="2456A6"/>
                </a:solidFill>
                <a:latin typeface="Arial"/>
                <a:ea typeface="Arial"/>
                <a:cs typeface="Arial"/>
              </a:defRPr>
            </a:lvl6pPr>
            <a:lvl7pPr algn="l">
              <a:defRPr sz="2850" b="1">
                <a:solidFill>
                  <a:srgbClr val="2456A6"/>
                </a:solidFill>
                <a:latin typeface="Arial"/>
                <a:ea typeface="Arial"/>
                <a:cs typeface="Arial"/>
              </a:defRPr>
            </a:lvl7pPr>
            <a:lvl8pPr algn="l">
              <a:defRPr sz="2850" b="1">
                <a:solidFill>
                  <a:srgbClr val="2456A6"/>
                </a:solidFill>
                <a:latin typeface="Arial"/>
                <a:ea typeface="Arial"/>
                <a:cs typeface="Arial"/>
              </a:defRPr>
            </a:lvl8pPr>
            <a:lvl9pPr algn="l">
              <a:defRPr sz="2850" b="1">
                <a:solidFill>
                  <a:srgbClr val="2456A6"/>
                </a:solidFill>
                <a:latin typeface="Arial"/>
                <a:ea typeface="Arial"/>
                <a:cs typeface="Arial"/>
              </a:defRPr>
            </a:lvl9pPr>
          </a:lstStyle>
          <a:p xmlns:a="http://schemas.openxmlformats.org/drawingml/2006/main">
            <a:pPr algn="l">
              <a:lnSpc>
                <a:spcPct val="108000"/>
              </a:lnSpc>
              <a:buNone/>
              <a:defRPr sz="2850" b="1">
                <a:solidFill>
                  <a:srgbClr val="2456A6"/>
                </a:solidFill>
                <a:latin typeface="Arial"/>
                <a:ea typeface="Arial"/>
                <a:cs typeface="Arial"/>
              </a:defRPr>
            </a:pPr>
            <a:r>
              <a:rPr sz="2850" b="1">
                <a:solidFill>
                  <a:srgbClr val="2456A6"/>
                </a:solidFill>
                <a:latin typeface="Arial"/>
                <a:ea typeface="Arial"/>
                <a:cs typeface="Arial"/>
              </a:rPr>
              <a:t>Activación gradual</a:t>
            </a:r>
          </a:p>
        </p:txBody>
      </p:sp>
      <p:sp>
        <p:nvSpPr>
          <p:cNvPr id="4" name="activacion-descripcion">
            <a:extLst xmlns:a="http://schemas.openxmlformats.org/drawingml/2006/main">
              <a:ext uri="{FF2B5EF4-FFF2-40B4-BE49-F238E27FC236}">
                <a16:creationId xmlns:a16="http://schemas.microsoft.com/office/drawing/2014/main" id="{373DFFC4-F2E0-425D-B999-6B64C261C4F5}"/>
              </a:ext>
            </a:extLst>
          </p:cNvPr>
          <p:cNvSpPr>
            <a:spLocks xmlns:a="http://schemas.openxmlformats.org/drawingml/2006/main" noGrp="1"/>
          </p:cNvSpPr>
          <p:nvPr/>
        </p:nvSpPr>
        <p:spPr>
          <a:xfrm xmlns:a="http://schemas.openxmlformats.org/drawingml/2006/main">
            <a:off x="609600" y="3781425"/>
            <a:ext cx="49339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0">
                <a:solidFill>
                  <a:srgbClr val="11233E"/>
                </a:solidFill>
                <a:latin typeface="Arial"/>
                <a:ea typeface="Arial"/>
                <a:cs typeface="Arial"/>
              </a:defRPr>
            </a:defPPr>
            <a:lvl1pPr algn="l">
              <a:defRPr sz="2475" b="0">
                <a:solidFill>
                  <a:srgbClr val="11233E"/>
                </a:solidFill>
                <a:latin typeface="Arial"/>
                <a:ea typeface="Arial"/>
                <a:cs typeface="Arial"/>
              </a:defRPr>
            </a:lvl1pPr>
            <a:lvl2pPr algn="l">
              <a:defRPr sz="2475" b="0">
                <a:solidFill>
                  <a:srgbClr val="11233E"/>
                </a:solidFill>
                <a:latin typeface="Arial"/>
                <a:ea typeface="Arial"/>
                <a:cs typeface="Arial"/>
              </a:defRPr>
            </a:lvl2pPr>
            <a:lvl3pPr algn="l">
              <a:defRPr sz="2475" b="0">
                <a:solidFill>
                  <a:srgbClr val="11233E"/>
                </a:solidFill>
                <a:latin typeface="Arial"/>
                <a:ea typeface="Arial"/>
                <a:cs typeface="Arial"/>
              </a:defRPr>
            </a:lvl3pPr>
            <a:lvl4pPr algn="l">
              <a:defRPr sz="2475" b="0">
                <a:solidFill>
                  <a:srgbClr val="11233E"/>
                </a:solidFill>
                <a:latin typeface="Arial"/>
                <a:ea typeface="Arial"/>
                <a:cs typeface="Arial"/>
              </a:defRPr>
            </a:lvl4pPr>
            <a:lvl5pPr algn="l">
              <a:defRPr sz="2475" b="0">
                <a:solidFill>
                  <a:srgbClr val="11233E"/>
                </a:solidFill>
                <a:latin typeface="Arial"/>
                <a:ea typeface="Arial"/>
                <a:cs typeface="Arial"/>
              </a:defRPr>
            </a:lvl5pPr>
            <a:lvl6pPr algn="l">
              <a:defRPr sz="2475" b="0">
                <a:solidFill>
                  <a:srgbClr val="11233E"/>
                </a:solidFill>
                <a:latin typeface="Arial"/>
                <a:ea typeface="Arial"/>
                <a:cs typeface="Arial"/>
              </a:defRPr>
            </a:lvl6pPr>
            <a:lvl7pPr algn="l">
              <a:defRPr sz="2475" b="0">
                <a:solidFill>
                  <a:srgbClr val="11233E"/>
                </a:solidFill>
                <a:latin typeface="Arial"/>
                <a:ea typeface="Arial"/>
                <a:cs typeface="Arial"/>
              </a:defRPr>
            </a:lvl7pPr>
            <a:lvl8pPr algn="l">
              <a:defRPr sz="2475" b="0">
                <a:solidFill>
                  <a:srgbClr val="11233E"/>
                </a:solidFill>
                <a:latin typeface="Arial"/>
                <a:ea typeface="Arial"/>
                <a:cs typeface="Arial"/>
              </a:defRPr>
            </a:lvl8pPr>
            <a:lvl9pPr algn="l">
              <a:defRPr sz="2475" b="0">
                <a:solidFill>
                  <a:srgbClr val="11233E"/>
                </a:solidFill>
                <a:latin typeface="Arial"/>
                <a:ea typeface="Arial"/>
                <a:cs typeface="Arial"/>
              </a:defRPr>
            </a:lvl9pPr>
          </a:lstStyle>
          <a:p xmlns:a="http://schemas.openxmlformats.org/drawingml/2006/main">
            <a:pPr algn="l">
              <a:lnSpc>
                <a:spcPct val="108000"/>
              </a:lnSpc>
              <a:buNone/>
              <a:defRPr sz="2475" b="0">
                <a:solidFill>
                  <a:srgbClr val="11233E"/>
                </a:solidFill>
                <a:latin typeface="Arial"/>
                <a:ea typeface="Arial"/>
                <a:cs typeface="Arial"/>
              </a:defRPr>
            </a:pPr>
            <a:r>
              <a:rPr sz="2475" b="0">
                <a:solidFill>
                  <a:srgbClr val="11233E"/>
                </a:solidFill>
                <a:latin typeface="Arial"/>
                <a:ea typeface="Arial"/>
                <a:cs typeface="Arial"/>
              </a:rPr>
              <a:t>Una activación gradual limita la exposición inicial.</a:t>
            </a:r>
          </a:p>
        </p:txBody>
      </p:sp>
      <p:sp>
        <p:nvSpPr>
          <p:cNvPr id="5" name="contingencia">
            <a:extLst xmlns:a="http://schemas.openxmlformats.org/drawingml/2006/main">
              <a:ext uri="{FF2B5EF4-FFF2-40B4-BE49-F238E27FC236}">
                <a16:creationId xmlns:a16="http://schemas.microsoft.com/office/drawing/2014/main" id="{01649560-D8B2-4CA2-A92B-22A6D38A6D94}"/>
              </a:ext>
            </a:extLst>
          </p:cNvPr>
          <p:cNvSpPr>
            <a:spLocks xmlns:a="http://schemas.openxmlformats.org/drawingml/2006/main" noGrp="1"/>
          </p:cNvSpPr>
          <p:nvPr/>
        </p:nvSpPr>
        <p:spPr>
          <a:xfrm xmlns:a="http://schemas.openxmlformats.org/drawingml/2006/main">
            <a:off x="6324600" y="2924175"/>
            <a:ext cx="5257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1">
                <a:solidFill>
                  <a:srgbClr val="2456A6"/>
                </a:solidFill>
                <a:latin typeface="Arial"/>
                <a:ea typeface="Arial"/>
                <a:cs typeface="Arial"/>
              </a:defRPr>
            </a:defPPr>
            <a:lvl1pPr algn="l">
              <a:defRPr sz="2850" b="1">
                <a:solidFill>
                  <a:srgbClr val="2456A6"/>
                </a:solidFill>
                <a:latin typeface="Arial"/>
                <a:ea typeface="Arial"/>
                <a:cs typeface="Arial"/>
              </a:defRPr>
            </a:lvl1pPr>
            <a:lvl2pPr algn="l">
              <a:defRPr sz="2850" b="1">
                <a:solidFill>
                  <a:srgbClr val="2456A6"/>
                </a:solidFill>
                <a:latin typeface="Arial"/>
                <a:ea typeface="Arial"/>
                <a:cs typeface="Arial"/>
              </a:defRPr>
            </a:lvl2pPr>
            <a:lvl3pPr algn="l">
              <a:defRPr sz="2850" b="1">
                <a:solidFill>
                  <a:srgbClr val="2456A6"/>
                </a:solidFill>
                <a:latin typeface="Arial"/>
                <a:ea typeface="Arial"/>
                <a:cs typeface="Arial"/>
              </a:defRPr>
            </a:lvl3pPr>
            <a:lvl4pPr algn="l">
              <a:defRPr sz="2850" b="1">
                <a:solidFill>
                  <a:srgbClr val="2456A6"/>
                </a:solidFill>
                <a:latin typeface="Arial"/>
                <a:ea typeface="Arial"/>
                <a:cs typeface="Arial"/>
              </a:defRPr>
            </a:lvl4pPr>
            <a:lvl5pPr algn="l">
              <a:defRPr sz="2850" b="1">
                <a:solidFill>
                  <a:srgbClr val="2456A6"/>
                </a:solidFill>
                <a:latin typeface="Arial"/>
                <a:ea typeface="Arial"/>
                <a:cs typeface="Arial"/>
              </a:defRPr>
            </a:lvl5pPr>
            <a:lvl6pPr algn="l">
              <a:defRPr sz="2850" b="1">
                <a:solidFill>
                  <a:srgbClr val="2456A6"/>
                </a:solidFill>
                <a:latin typeface="Arial"/>
                <a:ea typeface="Arial"/>
                <a:cs typeface="Arial"/>
              </a:defRPr>
            </a:lvl6pPr>
            <a:lvl7pPr algn="l">
              <a:defRPr sz="2850" b="1">
                <a:solidFill>
                  <a:srgbClr val="2456A6"/>
                </a:solidFill>
                <a:latin typeface="Arial"/>
                <a:ea typeface="Arial"/>
                <a:cs typeface="Arial"/>
              </a:defRPr>
            </a:lvl7pPr>
            <a:lvl8pPr algn="l">
              <a:defRPr sz="2850" b="1">
                <a:solidFill>
                  <a:srgbClr val="2456A6"/>
                </a:solidFill>
                <a:latin typeface="Arial"/>
                <a:ea typeface="Arial"/>
                <a:cs typeface="Arial"/>
              </a:defRPr>
            </a:lvl8pPr>
            <a:lvl9pPr algn="l">
              <a:defRPr sz="2850" b="1">
                <a:solidFill>
                  <a:srgbClr val="2456A6"/>
                </a:solidFill>
                <a:latin typeface="Arial"/>
                <a:ea typeface="Arial"/>
                <a:cs typeface="Arial"/>
              </a:defRPr>
            </a:lvl9pPr>
          </a:lstStyle>
          <a:p xmlns:a="http://schemas.openxmlformats.org/drawingml/2006/main">
            <a:pPr algn="l">
              <a:lnSpc>
                <a:spcPct val="108000"/>
              </a:lnSpc>
              <a:buNone/>
              <a:defRPr sz="2850" b="1">
                <a:solidFill>
                  <a:srgbClr val="2456A6"/>
                </a:solidFill>
                <a:latin typeface="Arial"/>
                <a:ea typeface="Arial"/>
                <a:cs typeface="Arial"/>
              </a:defRPr>
            </a:pPr>
            <a:r>
              <a:rPr sz="2850" b="1">
                <a:solidFill>
                  <a:srgbClr val="2456A6"/>
                </a:solidFill>
                <a:latin typeface="Arial"/>
                <a:ea typeface="Arial"/>
                <a:cs typeface="Arial"/>
              </a:rPr>
              <a:t>Contingencia</a:t>
            </a:r>
          </a:p>
        </p:txBody>
      </p:sp>
      <p:sp>
        <p:nvSpPr>
          <p:cNvPr id="6" name="contingencia-descripcion">
            <a:extLst xmlns:a="http://schemas.openxmlformats.org/drawingml/2006/main">
              <a:ext uri="{FF2B5EF4-FFF2-40B4-BE49-F238E27FC236}">
                <a16:creationId xmlns:a16="http://schemas.microsoft.com/office/drawing/2014/main" id="{747A5FC4-988C-4423-A294-ABB5B9F5215D}"/>
              </a:ext>
            </a:extLst>
          </p:cNvPr>
          <p:cNvSpPr>
            <a:spLocks xmlns:a="http://schemas.openxmlformats.org/drawingml/2006/main" noGrp="1"/>
          </p:cNvSpPr>
          <p:nvPr/>
        </p:nvSpPr>
        <p:spPr>
          <a:xfrm xmlns:a="http://schemas.openxmlformats.org/drawingml/2006/main">
            <a:off x="6324600" y="3781425"/>
            <a:ext cx="52578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0">
                <a:solidFill>
                  <a:srgbClr val="11233E"/>
                </a:solidFill>
                <a:latin typeface="Arial"/>
                <a:ea typeface="Arial"/>
                <a:cs typeface="Arial"/>
              </a:defRPr>
            </a:defPPr>
            <a:lvl1pPr algn="l">
              <a:defRPr sz="2475" b="0">
                <a:solidFill>
                  <a:srgbClr val="11233E"/>
                </a:solidFill>
                <a:latin typeface="Arial"/>
                <a:ea typeface="Arial"/>
                <a:cs typeface="Arial"/>
              </a:defRPr>
            </a:lvl1pPr>
            <a:lvl2pPr algn="l">
              <a:defRPr sz="2475" b="0">
                <a:solidFill>
                  <a:srgbClr val="11233E"/>
                </a:solidFill>
                <a:latin typeface="Arial"/>
                <a:ea typeface="Arial"/>
                <a:cs typeface="Arial"/>
              </a:defRPr>
            </a:lvl2pPr>
            <a:lvl3pPr algn="l">
              <a:defRPr sz="2475" b="0">
                <a:solidFill>
                  <a:srgbClr val="11233E"/>
                </a:solidFill>
                <a:latin typeface="Arial"/>
                <a:ea typeface="Arial"/>
                <a:cs typeface="Arial"/>
              </a:defRPr>
            </a:lvl3pPr>
            <a:lvl4pPr algn="l">
              <a:defRPr sz="2475" b="0">
                <a:solidFill>
                  <a:srgbClr val="11233E"/>
                </a:solidFill>
                <a:latin typeface="Arial"/>
                <a:ea typeface="Arial"/>
                <a:cs typeface="Arial"/>
              </a:defRPr>
            </a:lvl4pPr>
            <a:lvl5pPr algn="l">
              <a:defRPr sz="2475" b="0">
                <a:solidFill>
                  <a:srgbClr val="11233E"/>
                </a:solidFill>
                <a:latin typeface="Arial"/>
                <a:ea typeface="Arial"/>
                <a:cs typeface="Arial"/>
              </a:defRPr>
            </a:lvl5pPr>
            <a:lvl6pPr algn="l">
              <a:defRPr sz="2475" b="0">
                <a:solidFill>
                  <a:srgbClr val="11233E"/>
                </a:solidFill>
                <a:latin typeface="Arial"/>
                <a:ea typeface="Arial"/>
                <a:cs typeface="Arial"/>
              </a:defRPr>
            </a:lvl6pPr>
            <a:lvl7pPr algn="l">
              <a:defRPr sz="2475" b="0">
                <a:solidFill>
                  <a:srgbClr val="11233E"/>
                </a:solidFill>
                <a:latin typeface="Arial"/>
                <a:ea typeface="Arial"/>
                <a:cs typeface="Arial"/>
              </a:defRPr>
            </a:lvl7pPr>
            <a:lvl8pPr algn="l">
              <a:defRPr sz="2475" b="0">
                <a:solidFill>
                  <a:srgbClr val="11233E"/>
                </a:solidFill>
                <a:latin typeface="Arial"/>
                <a:ea typeface="Arial"/>
                <a:cs typeface="Arial"/>
              </a:defRPr>
            </a:lvl8pPr>
            <a:lvl9pPr algn="l">
              <a:defRPr sz="2475" b="0">
                <a:solidFill>
                  <a:srgbClr val="11233E"/>
                </a:solidFill>
                <a:latin typeface="Arial"/>
                <a:ea typeface="Arial"/>
                <a:cs typeface="Arial"/>
              </a:defRPr>
            </a:lvl9pPr>
          </a:lstStyle>
          <a:p xmlns:a="http://schemas.openxmlformats.org/drawingml/2006/main">
            <a:pPr algn="l">
              <a:lnSpc>
                <a:spcPct val="108000"/>
              </a:lnSpc>
              <a:buNone/>
              <a:defRPr sz="2475" b="0">
                <a:solidFill>
                  <a:srgbClr val="11233E"/>
                </a:solidFill>
                <a:latin typeface="Arial"/>
                <a:ea typeface="Arial"/>
                <a:cs typeface="Arial"/>
              </a:defRPr>
            </a:pPr>
            <a:r>
              <a:rPr sz="2475" b="0">
                <a:solidFill>
                  <a:srgbClr val="11233E"/>
                </a:solidFill>
                <a:latin typeface="Arial"/>
                <a:ea typeface="Arial"/>
                <a:cs typeface="Arial"/>
              </a:rPr>
              <a:t>Si falla: pausar nuevas transferencias y conservar las confirmadas.</a:t>
            </a:r>
          </a:p>
        </p:txBody>
      </p:sp>
      <p:sp>
        <p:nvSpPr>
          <p:cNvPr id="7" name="limite-reversion">
            <a:extLst xmlns:a="http://schemas.openxmlformats.org/drawingml/2006/main">
              <a:ext uri="{FF2B5EF4-FFF2-40B4-BE49-F238E27FC236}">
                <a16:creationId xmlns:a16="http://schemas.microsoft.com/office/drawing/2014/main" id="{F3DB6EC2-6B39-4DAB-AD13-9F115CBE5783}"/>
              </a:ext>
            </a:extLst>
          </p:cNvPr>
          <p:cNvSpPr>
            <a:spLocks xmlns:a="http://schemas.openxmlformats.org/drawingml/2006/main" noGrp="1"/>
          </p:cNvSpPr>
          <p:nvPr/>
        </p:nvSpPr>
        <p:spPr>
          <a:xfrm xmlns:a="http://schemas.openxmlformats.org/drawingml/2006/main">
            <a:off x="609600" y="536257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A75C32"/>
                </a:solidFill>
                <a:latin typeface="Arial"/>
                <a:ea typeface="Arial"/>
                <a:cs typeface="Arial"/>
              </a:defRPr>
            </a:defPPr>
            <a:lvl1pPr algn="l">
              <a:defRPr sz="2475" b="1">
                <a:solidFill>
                  <a:srgbClr val="A75C32"/>
                </a:solidFill>
                <a:latin typeface="Arial"/>
                <a:ea typeface="Arial"/>
                <a:cs typeface="Arial"/>
              </a:defRPr>
            </a:lvl1pPr>
            <a:lvl2pPr algn="l">
              <a:defRPr sz="2475" b="1">
                <a:solidFill>
                  <a:srgbClr val="A75C32"/>
                </a:solidFill>
                <a:latin typeface="Arial"/>
                <a:ea typeface="Arial"/>
                <a:cs typeface="Arial"/>
              </a:defRPr>
            </a:lvl2pPr>
            <a:lvl3pPr algn="l">
              <a:defRPr sz="2475" b="1">
                <a:solidFill>
                  <a:srgbClr val="A75C32"/>
                </a:solidFill>
                <a:latin typeface="Arial"/>
                <a:ea typeface="Arial"/>
                <a:cs typeface="Arial"/>
              </a:defRPr>
            </a:lvl3pPr>
            <a:lvl4pPr algn="l">
              <a:defRPr sz="2475" b="1">
                <a:solidFill>
                  <a:srgbClr val="A75C32"/>
                </a:solidFill>
                <a:latin typeface="Arial"/>
                <a:ea typeface="Arial"/>
                <a:cs typeface="Arial"/>
              </a:defRPr>
            </a:lvl4pPr>
            <a:lvl5pPr algn="l">
              <a:defRPr sz="2475" b="1">
                <a:solidFill>
                  <a:srgbClr val="A75C32"/>
                </a:solidFill>
                <a:latin typeface="Arial"/>
                <a:ea typeface="Arial"/>
                <a:cs typeface="Arial"/>
              </a:defRPr>
            </a:lvl5pPr>
            <a:lvl6pPr algn="l">
              <a:defRPr sz="2475" b="1">
                <a:solidFill>
                  <a:srgbClr val="A75C32"/>
                </a:solidFill>
                <a:latin typeface="Arial"/>
                <a:ea typeface="Arial"/>
                <a:cs typeface="Arial"/>
              </a:defRPr>
            </a:lvl6pPr>
            <a:lvl7pPr algn="l">
              <a:defRPr sz="2475" b="1">
                <a:solidFill>
                  <a:srgbClr val="A75C32"/>
                </a:solidFill>
                <a:latin typeface="Arial"/>
                <a:ea typeface="Arial"/>
                <a:cs typeface="Arial"/>
              </a:defRPr>
            </a:lvl7pPr>
            <a:lvl8pPr algn="l">
              <a:defRPr sz="2475" b="1">
                <a:solidFill>
                  <a:srgbClr val="A75C32"/>
                </a:solidFill>
                <a:latin typeface="Arial"/>
                <a:ea typeface="Arial"/>
                <a:cs typeface="Arial"/>
              </a:defRPr>
            </a:lvl8pPr>
            <a:lvl9pPr algn="l">
              <a:defRPr sz="2475" b="1">
                <a:solidFill>
                  <a:srgbClr val="A75C32"/>
                </a:solidFill>
                <a:latin typeface="Arial"/>
                <a:ea typeface="Arial"/>
                <a:cs typeface="Arial"/>
              </a:defRPr>
            </a:lvl9pPr>
          </a:lstStyle>
          <a:p xmlns:a="http://schemas.openxmlformats.org/drawingml/2006/main">
            <a:pPr algn="l">
              <a:lnSpc>
                <a:spcPct val="108000"/>
              </a:lnSpc>
              <a:buNone/>
              <a:defRPr sz="2475" b="1">
                <a:solidFill>
                  <a:srgbClr val="A75C32"/>
                </a:solidFill>
                <a:latin typeface="Arial"/>
                <a:ea typeface="Arial"/>
                <a:cs typeface="Arial"/>
              </a:defRPr>
            </a:pPr>
            <a:r>
              <a:rPr sz="2475" b="1">
                <a:solidFill>
                  <a:srgbClr val="A75C32"/>
                </a:solidFill>
                <a:latin typeface="Arial"/>
                <a:ea typeface="Arial"/>
                <a:cs typeface="Arial"/>
              </a:rPr>
              <a:t>Revertir código no deshace automáticamente los datos.</a:t>
            </a:r>
          </a:p>
        </p:txBody>
      </p:sp>
      <p:sp>
        <p:nvSpPr>
          <p:cNvPr id="8" name="ejemplo-visible">
            <a:extLst xmlns:a="http://schemas.openxmlformats.org/drawingml/2006/main">
              <a:ext uri="{FF2B5EF4-FFF2-40B4-BE49-F238E27FC236}">
                <a16:creationId xmlns:a16="http://schemas.microsoft.com/office/drawing/2014/main" id="{9D725576-F2A0-44A8-BEB8-710CCC5D7191}"/>
              </a:ext>
            </a:extLst>
          </p:cNvPr>
          <p:cNvSpPr>
            <a:spLocks xmlns:a="http://schemas.openxmlformats.org/drawingml/2006/main" noGrp="1"/>
          </p:cNvSpPr>
          <p:nvPr/>
        </p:nvSpPr>
        <p:spPr>
          <a:xfrm xmlns:a="http://schemas.openxmlformats.org/drawingml/2006/main">
            <a:off x="609600" y="596265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1233E"/>
                </a:solidFill>
                <a:latin typeface="Arial"/>
                <a:ea typeface="Arial"/>
                <a:cs typeface="Arial"/>
              </a:defRPr>
            </a:defPPr>
            <a:lvl1pPr algn="l">
              <a:defRPr sz="1875" b="0">
                <a:solidFill>
                  <a:srgbClr val="11233E"/>
                </a:solidFill>
                <a:latin typeface="Arial"/>
                <a:ea typeface="Arial"/>
                <a:cs typeface="Arial"/>
              </a:defRPr>
            </a:lvl1pPr>
            <a:lvl2pPr algn="l">
              <a:defRPr sz="1875" b="0">
                <a:solidFill>
                  <a:srgbClr val="11233E"/>
                </a:solidFill>
                <a:latin typeface="Arial"/>
                <a:ea typeface="Arial"/>
                <a:cs typeface="Arial"/>
              </a:defRPr>
            </a:lvl2pPr>
            <a:lvl3pPr algn="l">
              <a:defRPr sz="1875" b="0">
                <a:solidFill>
                  <a:srgbClr val="11233E"/>
                </a:solidFill>
                <a:latin typeface="Arial"/>
                <a:ea typeface="Arial"/>
                <a:cs typeface="Arial"/>
              </a:defRPr>
            </a:lvl3pPr>
            <a:lvl4pPr algn="l">
              <a:defRPr sz="1875" b="0">
                <a:solidFill>
                  <a:srgbClr val="11233E"/>
                </a:solidFill>
                <a:latin typeface="Arial"/>
                <a:ea typeface="Arial"/>
                <a:cs typeface="Arial"/>
              </a:defRPr>
            </a:lvl4pPr>
            <a:lvl5pPr algn="l">
              <a:defRPr sz="1875" b="0">
                <a:solidFill>
                  <a:srgbClr val="11233E"/>
                </a:solidFill>
                <a:latin typeface="Arial"/>
                <a:ea typeface="Arial"/>
                <a:cs typeface="Arial"/>
              </a:defRPr>
            </a:lvl5pPr>
            <a:lvl6pPr algn="l">
              <a:defRPr sz="1875" b="0">
                <a:solidFill>
                  <a:srgbClr val="11233E"/>
                </a:solidFill>
                <a:latin typeface="Arial"/>
                <a:ea typeface="Arial"/>
                <a:cs typeface="Arial"/>
              </a:defRPr>
            </a:lvl6pPr>
            <a:lvl7pPr algn="l">
              <a:defRPr sz="1875" b="0">
                <a:solidFill>
                  <a:srgbClr val="11233E"/>
                </a:solidFill>
                <a:latin typeface="Arial"/>
                <a:ea typeface="Arial"/>
                <a:cs typeface="Arial"/>
              </a:defRPr>
            </a:lvl7pPr>
            <a:lvl8pPr algn="l">
              <a:defRPr sz="1875" b="0">
                <a:solidFill>
                  <a:srgbClr val="11233E"/>
                </a:solidFill>
                <a:latin typeface="Arial"/>
                <a:ea typeface="Arial"/>
                <a:cs typeface="Arial"/>
              </a:defRPr>
            </a:lvl8pPr>
            <a:lvl9pPr algn="l">
              <a:defRPr sz="1875" b="0">
                <a:solidFill>
                  <a:srgbClr val="11233E"/>
                </a:solidFill>
                <a:latin typeface="Arial"/>
                <a:ea typeface="Arial"/>
                <a:cs typeface="Arial"/>
              </a:defRPr>
            </a:lvl9pPr>
          </a:lstStyle>
          <a:p xmlns:a="http://schemas.openxmlformats.org/drawingml/2006/main">
            <a:pPr algn="l">
              <a:lnSpc>
                <a:spcPct val="108000"/>
              </a:lnSpc>
              <a:buNone/>
              <a:defRPr sz="1875" b="0">
                <a:solidFill>
                  <a:srgbClr val="11233E"/>
                </a:solidFill>
                <a:latin typeface="Arial"/>
                <a:ea typeface="Arial"/>
                <a:cs typeface="Arial"/>
              </a:defRPr>
            </a:pPr>
            <a:r>
              <a:rPr sz="1875" b="0">
                <a:solidFill>
                  <a:srgbClr val="11233E"/>
                </a:solidFill>
                <a:latin typeface="Arial"/>
                <a:ea typeface="Arial"/>
                <a:cs typeface="Arial"/>
              </a:rPr>
              <a:t>Pausar nuevas transferencias no debe reactivar códigos anteriores de entradas ya transferidas o utilizadas.</a:t>
            </a:r>
          </a:p>
        </p:txBody>
      </p:sp>
      <p:sp>
        <p:nvSpPr>
          <p:cNvPr id="9" name="numero-pagina">
            <a:extLst xmlns:a="http://schemas.openxmlformats.org/drawingml/2006/main">
              <a:ext uri="{FF2B5EF4-FFF2-40B4-BE49-F238E27FC236}">
                <a16:creationId xmlns:a16="http://schemas.microsoft.com/office/drawing/2014/main" id="{988FB640-6AD8-40CF-AD58-BE04653E2713}"/>
              </a:ext>
            </a:extLst>
          </p:cNvPr>
          <p:cNvSpPr>
            <a:spLocks xmlns:a="http://schemas.openxmlformats.org/drawingml/2006/main" noGrp="1"/>
          </p:cNvSpPr>
          <p:nvPr/>
        </p:nvSpPr>
        <p:spPr>
          <a:xfrm xmlns:a="http://schemas.openxmlformats.org/drawingml/2006/main">
            <a:off x="10972800" y="6400800"/>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11233E"/>
                </a:solidFill>
                <a:latin typeface="Arial"/>
                <a:ea typeface="Arial"/>
                <a:cs typeface="Arial"/>
              </a:defRPr>
            </a:defPPr>
            <a:lvl1pPr algn="r">
              <a:defRPr sz="1350" b="0">
                <a:solidFill>
                  <a:srgbClr val="11233E"/>
                </a:solidFill>
                <a:latin typeface="Arial"/>
                <a:ea typeface="Arial"/>
                <a:cs typeface="Arial"/>
              </a:defRPr>
            </a:lvl1pPr>
            <a:lvl2pPr algn="r">
              <a:defRPr sz="1350" b="0">
                <a:solidFill>
                  <a:srgbClr val="11233E"/>
                </a:solidFill>
                <a:latin typeface="Arial"/>
                <a:ea typeface="Arial"/>
                <a:cs typeface="Arial"/>
              </a:defRPr>
            </a:lvl2pPr>
            <a:lvl3pPr algn="r">
              <a:defRPr sz="1350" b="0">
                <a:solidFill>
                  <a:srgbClr val="11233E"/>
                </a:solidFill>
                <a:latin typeface="Arial"/>
                <a:ea typeface="Arial"/>
                <a:cs typeface="Arial"/>
              </a:defRPr>
            </a:lvl3pPr>
            <a:lvl4pPr algn="r">
              <a:defRPr sz="1350" b="0">
                <a:solidFill>
                  <a:srgbClr val="11233E"/>
                </a:solidFill>
                <a:latin typeface="Arial"/>
                <a:ea typeface="Arial"/>
                <a:cs typeface="Arial"/>
              </a:defRPr>
            </a:lvl4pPr>
            <a:lvl5pPr algn="r">
              <a:defRPr sz="1350" b="0">
                <a:solidFill>
                  <a:srgbClr val="11233E"/>
                </a:solidFill>
                <a:latin typeface="Arial"/>
                <a:ea typeface="Arial"/>
                <a:cs typeface="Arial"/>
              </a:defRPr>
            </a:lvl5pPr>
            <a:lvl6pPr algn="r">
              <a:defRPr sz="1350" b="0">
                <a:solidFill>
                  <a:srgbClr val="11233E"/>
                </a:solidFill>
                <a:latin typeface="Arial"/>
                <a:ea typeface="Arial"/>
                <a:cs typeface="Arial"/>
              </a:defRPr>
            </a:lvl6pPr>
            <a:lvl7pPr algn="r">
              <a:defRPr sz="1350" b="0">
                <a:solidFill>
                  <a:srgbClr val="11233E"/>
                </a:solidFill>
                <a:latin typeface="Arial"/>
                <a:ea typeface="Arial"/>
                <a:cs typeface="Arial"/>
              </a:defRPr>
            </a:lvl7pPr>
            <a:lvl8pPr algn="r">
              <a:defRPr sz="1350" b="0">
                <a:solidFill>
                  <a:srgbClr val="11233E"/>
                </a:solidFill>
                <a:latin typeface="Arial"/>
                <a:ea typeface="Arial"/>
                <a:cs typeface="Arial"/>
              </a:defRPr>
            </a:lvl8pPr>
            <a:lvl9pPr algn="r">
              <a:defRPr sz="1350" b="0">
                <a:solidFill>
                  <a:srgbClr val="11233E"/>
                </a:solidFill>
                <a:latin typeface="Arial"/>
                <a:ea typeface="Arial"/>
                <a:cs typeface="Arial"/>
              </a:defRPr>
            </a:lvl9pPr>
          </a:lstStyle>
          <a:p xmlns:a="http://schemas.openxmlformats.org/drawingml/2006/main">
            <a:pPr algn="r">
              <a:lnSpc>
                <a:spcPct val="108000"/>
              </a:lnSpc>
              <a:buNone/>
              <a:defRPr sz="1350" b="0">
                <a:solidFill>
                  <a:srgbClr val="11233E"/>
                </a:solidFill>
                <a:latin typeface="Arial"/>
                <a:ea typeface="Arial"/>
                <a:cs typeface="Arial"/>
              </a:defRPr>
            </a:pPr>
            <a:r>
              <a:rPr sz="1350" b="0">
                <a:solidFill>
                  <a:srgbClr val="11233E"/>
                </a:solidFill>
                <a:latin typeface="Arial"/>
                <a:ea typeface="Arial"/>
                <a:cs typeface="Arial"/>
              </a:rPr>
              <a:t>13</a:t>
            </a:r>
          </a:p>
        </p:txBody>
      </p:sp>
    </p:spTree>
    <p:extLst>
      <p:ext uri="{BB962C8B-B14F-4D97-AF65-F5344CB8AC3E}">
        <p14:creationId xmlns:p14="http://schemas.microsoft.com/office/powerpoint/2010/main" val="536073231"/>
      </p:ext>
    </p:extLst>
  </p:cSld>
</p:sld>
</file>

<file path=ppt/slides/slide14.xml><?xml version="1.0" encoding="utf-8"?>
<p:sld xmlns:p="http://schemas.openxmlformats.org/presentationml/2006/main">
  <p:cSld>
    <p:bg>
      <p:bgPr>
        <a:solidFill xmlns:a="http://schemas.openxmlformats.org/drawingml/2006/main">
          <a:srgbClr val="11233E"/>
        </a:solidFill>
      </p:bgPr>
    </p:bg>
    <p:spTree>
      <p:nvGrpSpPr>
        <p:cNvPr id="1" name=""/>
        <p:cNvGrpSpPr/>
        <p:nvPr/>
      </p:nvGrpSpPr>
      <p:grpSpPr>
        <a:xfrm xmlns:a="http://schemas.openxmlformats.org/drawingml/2006/main"/>
      </p:grpSpPr>
      <p:sp>
        <p:nvSpPr>
          <p:cNvPr id="13" name="titulo">
            <a:extLst xmlns:a="http://schemas.openxmlformats.org/drawingml/2006/main">
              <a:ext uri="{FF2B5EF4-FFF2-40B4-BE49-F238E27FC236}">
                <a16:creationId xmlns:a16="http://schemas.microsoft.com/office/drawing/2014/main" id="{4AF4F527-7868-4393-878B-B10C595165EF}"/>
              </a:ext>
            </a:extLst>
          </p:cNvPr>
          <p:cNvSpPr>
            <a:spLocks xmlns:a="http://schemas.openxmlformats.org/drawingml/2006/main" noGrp="1"/>
          </p:cNvSpPr>
          <p:nvPr/>
        </p:nvSpPr>
        <p:spPr>
          <a:xfrm xmlns:a="http://schemas.openxmlformats.org/drawingml/2006/main">
            <a:off x="609600" y="571500"/>
            <a:ext cx="109728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050" b="1">
                <a:solidFill>
                  <a:srgbClr val="F6F1E8"/>
                </a:solidFill>
                <a:latin typeface="Arial"/>
                <a:ea typeface="Arial"/>
                <a:cs typeface="Arial"/>
              </a:defRPr>
            </a:defPPr>
            <a:lvl1pPr algn="l">
              <a:defRPr sz="4050" b="1">
                <a:solidFill>
                  <a:srgbClr val="F6F1E8"/>
                </a:solidFill>
                <a:latin typeface="Arial"/>
                <a:ea typeface="Arial"/>
                <a:cs typeface="Arial"/>
              </a:defRPr>
            </a:lvl1pPr>
            <a:lvl2pPr algn="l">
              <a:defRPr sz="4050" b="1">
                <a:solidFill>
                  <a:srgbClr val="F6F1E8"/>
                </a:solidFill>
                <a:latin typeface="Arial"/>
                <a:ea typeface="Arial"/>
                <a:cs typeface="Arial"/>
              </a:defRPr>
            </a:lvl2pPr>
            <a:lvl3pPr algn="l">
              <a:defRPr sz="4050" b="1">
                <a:solidFill>
                  <a:srgbClr val="F6F1E8"/>
                </a:solidFill>
                <a:latin typeface="Arial"/>
                <a:ea typeface="Arial"/>
                <a:cs typeface="Arial"/>
              </a:defRPr>
            </a:lvl3pPr>
            <a:lvl4pPr algn="l">
              <a:defRPr sz="4050" b="1">
                <a:solidFill>
                  <a:srgbClr val="F6F1E8"/>
                </a:solidFill>
                <a:latin typeface="Arial"/>
                <a:ea typeface="Arial"/>
                <a:cs typeface="Arial"/>
              </a:defRPr>
            </a:lvl4pPr>
            <a:lvl5pPr algn="l">
              <a:defRPr sz="4050" b="1">
                <a:solidFill>
                  <a:srgbClr val="F6F1E8"/>
                </a:solidFill>
                <a:latin typeface="Arial"/>
                <a:ea typeface="Arial"/>
                <a:cs typeface="Arial"/>
              </a:defRPr>
            </a:lvl5pPr>
            <a:lvl6pPr algn="l">
              <a:defRPr sz="4050" b="1">
                <a:solidFill>
                  <a:srgbClr val="F6F1E8"/>
                </a:solidFill>
                <a:latin typeface="Arial"/>
                <a:ea typeface="Arial"/>
                <a:cs typeface="Arial"/>
              </a:defRPr>
            </a:lvl6pPr>
            <a:lvl7pPr algn="l">
              <a:defRPr sz="4050" b="1">
                <a:solidFill>
                  <a:srgbClr val="F6F1E8"/>
                </a:solidFill>
                <a:latin typeface="Arial"/>
                <a:ea typeface="Arial"/>
                <a:cs typeface="Arial"/>
              </a:defRPr>
            </a:lvl7pPr>
            <a:lvl8pPr algn="l">
              <a:defRPr sz="4050" b="1">
                <a:solidFill>
                  <a:srgbClr val="F6F1E8"/>
                </a:solidFill>
                <a:latin typeface="Arial"/>
                <a:ea typeface="Arial"/>
                <a:cs typeface="Arial"/>
              </a:defRPr>
            </a:lvl8pPr>
            <a:lvl9pPr algn="l">
              <a:defRPr sz="4050" b="1">
                <a:solidFill>
                  <a:srgbClr val="F6F1E8"/>
                </a:solidFill>
                <a:latin typeface="Arial"/>
                <a:ea typeface="Arial"/>
                <a:cs typeface="Arial"/>
              </a:defRPr>
            </a:lvl9pPr>
          </a:lstStyle>
          <a:p xmlns:a="http://schemas.openxmlformats.org/drawingml/2006/main">
            <a:pPr algn="l">
              <a:lnSpc>
                <a:spcPct val="108000"/>
              </a:lnSpc>
              <a:buNone/>
              <a:defRPr sz="4050" b="1">
                <a:solidFill>
                  <a:srgbClr val="F6F1E8"/>
                </a:solidFill>
                <a:latin typeface="Arial"/>
                <a:ea typeface="Arial"/>
                <a:cs typeface="Arial"/>
              </a:defRPr>
            </a:pPr>
            <a:r>
              <a:rPr sz="4050" b="1">
                <a:solidFill>
                  <a:srgbClr val="F6F1E8"/>
                </a:solidFill>
                <a:latin typeface="Arial"/>
                <a:ea typeface="Arial"/>
                <a:cs typeface="Arial"/>
              </a:rPr>
              <a:t>Trazabilidad y artefactos</a:t>
            </a:r>
          </a:p>
        </p:txBody>
      </p:sp>
      <p:sp>
        <p:nvSpPr>
          <p:cNvPr id="2" name="concepto-trazabilidad">
            <a:extLst xmlns:a="http://schemas.openxmlformats.org/drawingml/2006/main">
              <a:ext uri="{FF2B5EF4-FFF2-40B4-BE49-F238E27FC236}">
                <a16:creationId xmlns:a16="http://schemas.microsoft.com/office/drawing/2014/main" id="{D02188C0-DCD8-4CD3-AAF7-507968032D37}"/>
              </a:ext>
            </a:extLst>
          </p:cNvPr>
          <p:cNvSpPr>
            <a:spLocks xmlns:a="http://schemas.openxmlformats.org/drawingml/2006/main" noGrp="1"/>
          </p:cNvSpPr>
          <p:nvPr/>
        </p:nvSpPr>
        <p:spPr>
          <a:xfrm xmlns:a="http://schemas.openxmlformats.org/drawingml/2006/main">
            <a:off x="609600" y="180975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F6F1E8"/>
                </a:solidFill>
                <a:latin typeface="Arial"/>
                <a:ea typeface="Arial"/>
                <a:cs typeface="Arial"/>
              </a:defRPr>
            </a:defPPr>
            <a:lvl1pPr algn="l">
              <a:defRPr sz="2700" b="1">
                <a:solidFill>
                  <a:srgbClr val="F6F1E8"/>
                </a:solidFill>
                <a:latin typeface="Arial"/>
                <a:ea typeface="Arial"/>
                <a:cs typeface="Arial"/>
              </a:defRPr>
            </a:lvl1pPr>
            <a:lvl2pPr algn="l">
              <a:defRPr sz="2700" b="1">
                <a:solidFill>
                  <a:srgbClr val="F6F1E8"/>
                </a:solidFill>
                <a:latin typeface="Arial"/>
                <a:ea typeface="Arial"/>
                <a:cs typeface="Arial"/>
              </a:defRPr>
            </a:lvl2pPr>
            <a:lvl3pPr algn="l">
              <a:defRPr sz="2700" b="1">
                <a:solidFill>
                  <a:srgbClr val="F6F1E8"/>
                </a:solidFill>
                <a:latin typeface="Arial"/>
                <a:ea typeface="Arial"/>
                <a:cs typeface="Arial"/>
              </a:defRPr>
            </a:lvl3pPr>
            <a:lvl4pPr algn="l">
              <a:defRPr sz="2700" b="1">
                <a:solidFill>
                  <a:srgbClr val="F6F1E8"/>
                </a:solidFill>
                <a:latin typeface="Arial"/>
                <a:ea typeface="Arial"/>
                <a:cs typeface="Arial"/>
              </a:defRPr>
            </a:lvl4pPr>
            <a:lvl5pPr algn="l">
              <a:defRPr sz="2700" b="1">
                <a:solidFill>
                  <a:srgbClr val="F6F1E8"/>
                </a:solidFill>
                <a:latin typeface="Arial"/>
                <a:ea typeface="Arial"/>
                <a:cs typeface="Arial"/>
              </a:defRPr>
            </a:lvl5pPr>
            <a:lvl6pPr algn="l">
              <a:defRPr sz="2700" b="1">
                <a:solidFill>
                  <a:srgbClr val="F6F1E8"/>
                </a:solidFill>
                <a:latin typeface="Arial"/>
                <a:ea typeface="Arial"/>
                <a:cs typeface="Arial"/>
              </a:defRPr>
            </a:lvl6pPr>
            <a:lvl7pPr algn="l">
              <a:defRPr sz="2700" b="1">
                <a:solidFill>
                  <a:srgbClr val="F6F1E8"/>
                </a:solidFill>
                <a:latin typeface="Arial"/>
                <a:ea typeface="Arial"/>
                <a:cs typeface="Arial"/>
              </a:defRPr>
            </a:lvl7pPr>
            <a:lvl8pPr algn="l">
              <a:defRPr sz="2700" b="1">
                <a:solidFill>
                  <a:srgbClr val="F6F1E8"/>
                </a:solidFill>
                <a:latin typeface="Arial"/>
                <a:ea typeface="Arial"/>
                <a:cs typeface="Arial"/>
              </a:defRPr>
            </a:lvl8pPr>
            <a:lvl9pPr algn="l">
              <a:defRPr sz="2700" b="1">
                <a:solidFill>
                  <a:srgbClr val="F6F1E8"/>
                </a:solidFill>
                <a:latin typeface="Arial"/>
                <a:ea typeface="Arial"/>
                <a:cs typeface="Arial"/>
              </a:defRPr>
            </a:lvl9pPr>
          </a:lstStyle>
          <a:p xmlns:a="http://schemas.openxmlformats.org/drawingml/2006/main">
            <a:pPr algn="l">
              <a:lnSpc>
                <a:spcPct val="108000"/>
              </a:lnSpc>
              <a:buNone/>
              <a:defRPr sz="2700" b="1">
                <a:solidFill>
                  <a:srgbClr val="F6F1E8"/>
                </a:solidFill>
                <a:latin typeface="Arial"/>
                <a:ea typeface="Arial"/>
                <a:cs typeface="Arial"/>
              </a:defRPr>
            </a:pPr>
            <a:r>
              <a:rPr sz="2700" b="1">
                <a:solidFill>
                  <a:srgbClr val="F6F1E8"/>
                </a:solidFill>
                <a:latin typeface="Arial"/>
                <a:ea typeface="Arial"/>
                <a:cs typeface="Arial"/>
              </a:rPr>
              <a:t>Relaciona necesidad, decisión, código y evidencia.</a:t>
            </a:r>
          </a:p>
        </p:txBody>
      </p:sp>
      <p:sp>
        <p:nvSpPr>
          <p:cNvPr id="3" name="artefacto-0">
            <a:extLst xmlns:a="http://schemas.openxmlformats.org/drawingml/2006/main">
              <a:ext uri="{FF2B5EF4-FFF2-40B4-BE49-F238E27FC236}">
                <a16:creationId xmlns:a16="http://schemas.microsoft.com/office/drawing/2014/main" id="{1823B5A8-0F4F-4ECD-B0A5-56F8B7C56AC7}"/>
              </a:ext>
            </a:extLst>
          </p:cNvPr>
          <p:cNvSpPr>
            <a:spLocks xmlns:a="http://schemas.openxmlformats.org/drawingml/2006/main" noGrp="1"/>
          </p:cNvSpPr>
          <p:nvPr/>
        </p:nvSpPr>
        <p:spPr>
          <a:xfrm xmlns:a="http://schemas.openxmlformats.org/drawingml/2006/main">
            <a:off x="609600" y="2990850"/>
            <a:ext cx="24574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D4DDEB"/>
                </a:solidFill>
                <a:latin typeface="Arial"/>
                <a:ea typeface="Arial"/>
                <a:cs typeface="Arial"/>
              </a:defRPr>
            </a:defPPr>
            <a:lvl1pPr algn="l">
              <a:defRPr sz="2550" b="1">
                <a:solidFill>
                  <a:srgbClr val="D4DDEB"/>
                </a:solidFill>
                <a:latin typeface="Arial"/>
                <a:ea typeface="Arial"/>
                <a:cs typeface="Arial"/>
              </a:defRPr>
            </a:lvl1pPr>
            <a:lvl2pPr algn="l">
              <a:defRPr sz="2550" b="1">
                <a:solidFill>
                  <a:srgbClr val="D4DDEB"/>
                </a:solidFill>
                <a:latin typeface="Arial"/>
                <a:ea typeface="Arial"/>
                <a:cs typeface="Arial"/>
              </a:defRPr>
            </a:lvl2pPr>
            <a:lvl3pPr algn="l">
              <a:defRPr sz="2550" b="1">
                <a:solidFill>
                  <a:srgbClr val="D4DDEB"/>
                </a:solidFill>
                <a:latin typeface="Arial"/>
                <a:ea typeface="Arial"/>
                <a:cs typeface="Arial"/>
              </a:defRPr>
            </a:lvl3pPr>
            <a:lvl4pPr algn="l">
              <a:defRPr sz="2550" b="1">
                <a:solidFill>
                  <a:srgbClr val="D4DDEB"/>
                </a:solidFill>
                <a:latin typeface="Arial"/>
                <a:ea typeface="Arial"/>
                <a:cs typeface="Arial"/>
              </a:defRPr>
            </a:lvl4pPr>
            <a:lvl5pPr algn="l">
              <a:defRPr sz="2550" b="1">
                <a:solidFill>
                  <a:srgbClr val="D4DDEB"/>
                </a:solidFill>
                <a:latin typeface="Arial"/>
                <a:ea typeface="Arial"/>
                <a:cs typeface="Arial"/>
              </a:defRPr>
            </a:lvl5pPr>
            <a:lvl6pPr algn="l">
              <a:defRPr sz="2550" b="1">
                <a:solidFill>
                  <a:srgbClr val="D4DDEB"/>
                </a:solidFill>
                <a:latin typeface="Arial"/>
                <a:ea typeface="Arial"/>
                <a:cs typeface="Arial"/>
              </a:defRPr>
            </a:lvl6pPr>
            <a:lvl7pPr algn="l">
              <a:defRPr sz="2550" b="1">
                <a:solidFill>
                  <a:srgbClr val="D4DDEB"/>
                </a:solidFill>
                <a:latin typeface="Arial"/>
                <a:ea typeface="Arial"/>
                <a:cs typeface="Arial"/>
              </a:defRPr>
            </a:lvl7pPr>
            <a:lvl8pPr algn="l">
              <a:defRPr sz="2550" b="1">
                <a:solidFill>
                  <a:srgbClr val="D4DDEB"/>
                </a:solidFill>
                <a:latin typeface="Arial"/>
                <a:ea typeface="Arial"/>
                <a:cs typeface="Arial"/>
              </a:defRPr>
            </a:lvl8pPr>
            <a:lvl9pPr algn="l">
              <a:defRPr sz="2550" b="1">
                <a:solidFill>
                  <a:srgbClr val="D4DDEB"/>
                </a:solidFill>
                <a:latin typeface="Arial"/>
                <a:ea typeface="Arial"/>
                <a:cs typeface="Arial"/>
              </a:defRPr>
            </a:lvl9pPr>
          </a:lstStyle>
          <a:p xmlns:a="http://schemas.openxmlformats.org/drawingml/2006/main">
            <a:pPr algn="l">
              <a:lnSpc>
                <a:spcPct val="108000"/>
              </a:lnSpc>
              <a:buNone/>
              <a:defRPr sz="2550" b="1">
                <a:solidFill>
                  <a:srgbClr val="D4DDEB"/>
                </a:solidFill>
                <a:latin typeface="Arial"/>
                <a:ea typeface="Arial"/>
                <a:cs typeface="Arial"/>
              </a:defRPr>
            </a:pPr>
            <a:r>
              <a:rPr sz="2550" b="1">
                <a:solidFill>
                  <a:srgbClr val="D4DDEB"/>
                </a:solidFill>
                <a:latin typeface="Arial"/>
                <a:ea typeface="Arial"/>
                <a:cs typeface="Arial"/>
              </a:rPr>
              <a:t>Solicitud</a:t>
            </a:r>
          </a:p>
        </p:txBody>
      </p:sp>
      <p:sp>
        <p:nvSpPr>
          <p:cNvPr id="4" name="funcion-0">
            <a:extLst xmlns:a="http://schemas.openxmlformats.org/drawingml/2006/main">
              <a:ext uri="{FF2B5EF4-FFF2-40B4-BE49-F238E27FC236}">
                <a16:creationId xmlns:a16="http://schemas.microsoft.com/office/drawing/2014/main" id="{EA33ED72-64BD-49C2-8F23-90B4F48EBB41}"/>
              </a:ext>
            </a:extLst>
          </p:cNvPr>
          <p:cNvSpPr>
            <a:spLocks xmlns:a="http://schemas.openxmlformats.org/drawingml/2006/main" noGrp="1"/>
          </p:cNvSpPr>
          <p:nvPr/>
        </p:nvSpPr>
        <p:spPr>
          <a:xfrm xmlns:a="http://schemas.openxmlformats.org/drawingml/2006/main">
            <a:off x="609600" y="4267200"/>
            <a:ext cx="24574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F6F1E8"/>
                </a:solidFill>
                <a:latin typeface="Arial"/>
                <a:ea typeface="Arial"/>
                <a:cs typeface="Arial"/>
              </a:defRPr>
            </a:defPPr>
            <a:lvl1pPr algn="l">
              <a:defRPr sz="2250" b="0">
                <a:solidFill>
                  <a:srgbClr val="F6F1E8"/>
                </a:solidFill>
                <a:latin typeface="Arial"/>
                <a:ea typeface="Arial"/>
                <a:cs typeface="Arial"/>
              </a:defRPr>
            </a:lvl1pPr>
            <a:lvl2pPr algn="l">
              <a:defRPr sz="2250" b="0">
                <a:solidFill>
                  <a:srgbClr val="F6F1E8"/>
                </a:solidFill>
                <a:latin typeface="Arial"/>
                <a:ea typeface="Arial"/>
                <a:cs typeface="Arial"/>
              </a:defRPr>
            </a:lvl2pPr>
            <a:lvl3pPr algn="l">
              <a:defRPr sz="2250" b="0">
                <a:solidFill>
                  <a:srgbClr val="F6F1E8"/>
                </a:solidFill>
                <a:latin typeface="Arial"/>
                <a:ea typeface="Arial"/>
                <a:cs typeface="Arial"/>
              </a:defRPr>
            </a:lvl3pPr>
            <a:lvl4pPr algn="l">
              <a:defRPr sz="2250" b="0">
                <a:solidFill>
                  <a:srgbClr val="F6F1E8"/>
                </a:solidFill>
                <a:latin typeface="Arial"/>
                <a:ea typeface="Arial"/>
                <a:cs typeface="Arial"/>
              </a:defRPr>
            </a:lvl4pPr>
            <a:lvl5pPr algn="l">
              <a:defRPr sz="2250" b="0">
                <a:solidFill>
                  <a:srgbClr val="F6F1E8"/>
                </a:solidFill>
                <a:latin typeface="Arial"/>
                <a:ea typeface="Arial"/>
                <a:cs typeface="Arial"/>
              </a:defRPr>
            </a:lvl5pPr>
            <a:lvl6pPr algn="l">
              <a:defRPr sz="2250" b="0">
                <a:solidFill>
                  <a:srgbClr val="F6F1E8"/>
                </a:solidFill>
                <a:latin typeface="Arial"/>
                <a:ea typeface="Arial"/>
                <a:cs typeface="Arial"/>
              </a:defRPr>
            </a:lvl6pPr>
            <a:lvl7pPr algn="l">
              <a:defRPr sz="2250" b="0">
                <a:solidFill>
                  <a:srgbClr val="F6F1E8"/>
                </a:solidFill>
                <a:latin typeface="Arial"/>
                <a:ea typeface="Arial"/>
                <a:cs typeface="Arial"/>
              </a:defRPr>
            </a:lvl7pPr>
            <a:lvl8pPr algn="l">
              <a:defRPr sz="2250" b="0">
                <a:solidFill>
                  <a:srgbClr val="F6F1E8"/>
                </a:solidFill>
                <a:latin typeface="Arial"/>
                <a:ea typeface="Arial"/>
                <a:cs typeface="Arial"/>
              </a:defRPr>
            </a:lvl8pPr>
            <a:lvl9pPr algn="l">
              <a:defRPr sz="2250" b="0">
                <a:solidFill>
                  <a:srgbClr val="F6F1E8"/>
                </a:solidFill>
                <a:latin typeface="Arial"/>
                <a:ea typeface="Arial"/>
                <a:cs typeface="Arial"/>
              </a:defRPr>
            </a:lvl9pPr>
          </a:lstStyle>
          <a:p xmlns:a="http://schemas.openxmlformats.org/drawingml/2006/main">
            <a:pPr algn="l">
              <a:lnSpc>
                <a:spcPct val="108000"/>
              </a:lnSpc>
              <a:buNone/>
              <a:defRPr sz="2250" b="0">
                <a:solidFill>
                  <a:srgbClr val="F6F1E8"/>
                </a:solidFill>
                <a:latin typeface="Arial"/>
                <a:ea typeface="Arial"/>
                <a:cs typeface="Arial"/>
              </a:defRPr>
            </a:pPr>
            <a:r>
              <a:rPr sz="2250" b="0">
                <a:solidFill>
                  <a:srgbClr val="F6F1E8"/>
                </a:solidFill>
                <a:latin typeface="Arial"/>
                <a:ea typeface="Arial"/>
                <a:cs typeface="Arial"/>
              </a:rPr>
              <a:t>alcance y aceptación.</a:t>
            </a:r>
          </a:p>
        </p:txBody>
      </p:sp>
      <p:sp>
        <p:nvSpPr>
          <p:cNvPr id="5" name="artefacto-1">
            <a:extLst xmlns:a="http://schemas.openxmlformats.org/drawingml/2006/main">
              <a:ext uri="{FF2B5EF4-FFF2-40B4-BE49-F238E27FC236}">
                <a16:creationId xmlns:a16="http://schemas.microsoft.com/office/drawing/2014/main" id="{46BB5041-B7C5-4C46-B295-D2526996C819}"/>
              </a:ext>
            </a:extLst>
          </p:cNvPr>
          <p:cNvSpPr>
            <a:spLocks xmlns:a="http://schemas.openxmlformats.org/drawingml/2006/main" noGrp="1"/>
          </p:cNvSpPr>
          <p:nvPr/>
        </p:nvSpPr>
        <p:spPr>
          <a:xfrm xmlns:a="http://schemas.openxmlformats.org/drawingml/2006/main">
            <a:off x="3448050" y="2990850"/>
            <a:ext cx="24574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D4DDEB"/>
                </a:solidFill>
                <a:latin typeface="Arial"/>
                <a:ea typeface="Arial"/>
                <a:cs typeface="Arial"/>
              </a:defRPr>
            </a:defPPr>
            <a:lvl1pPr algn="l">
              <a:defRPr sz="2550" b="1">
                <a:solidFill>
                  <a:srgbClr val="D4DDEB"/>
                </a:solidFill>
                <a:latin typeface="Arial"/>
                <a:ea typeface="Arial"/>
                <a:cs typeface="Arial"/>
              </a:defRPr>
            </a:lvl1pPr>
            <a:lvl2pPr algn="l">
              <a:defRPr sz="2550" b="1">
                <a:solidFill>
                  <a:srgbClr val="D4DDEB"/>
                </a:solidFill>
                <a:latin typeface="Arial"/>
                <a:ea typeface="Arial"/>
                <a:cs typeface="Arial"/>
              </a:defRPr>
            </a:lvl2pPr>
            <a:lvl3pPr algn="l">
              <a:defRPr sz="2550" b="1">
                <a:solidFill>
                  <a:srgbClr val="D4DDEB"/>
                </a:solidFill>
                <a:latin typeface="Arial"/>
                <a:ea typeface="Arial"/>
                <a:cs typeface="Arial"/>
              </a:defRPr>
            </a:lvl3pPr>
            <a:lvl4pPr algn="l">
              <a:defRPr sz="2550" b="1">
                <a:solidFill>
                  <a:srgbClr val="D4DDEB"/>
                </a:solidFill>
                <a:latin typeface="Arial"/>
                <a:ea typeface="Arial"/>
                <a:cs typeface="Arial"/>
              </a:defRPr>
            </a:lvl4pPr>
            <a:lvl5pPr algn="l">
              <a:defRPr sz="2550" b="1">
                <a:solidFill>
                  <a:srgbClr val="D4DDEB"/>
                </a:solidFill>
                <a:latin typeface="Arial"/>
                <a:ea typeface="Arial"/>
                <a:cs typeface="Arial"/>
              </a:defRPr>
            </a:lvl5pPr>
            <a:lvl6pPr algn="l">
              <a:defRPr sz="2550" b="1">
                <a:solidFill>
                  <a:srgbClr val="D4DDEB"/>
                </a:solidFill>
                <a:latin typeface="Arial"/>
                <a:ea typeface="Arial"/>
                <a:cs typeface="Arial"/>
              </a:defRPr>
            </a:lvl6pPr>
            <a:lvl7pPr algn="l">
              <a:defRPr sz="2550" b="1">
                <a:solidFill>
                  <a:srgbClr val="D4DDEB"/>
                </a:solidFill>
                <a:latin typeface="Arial"/>
                <a:ea typeface="Arial"/>
                <a:cs typeface="Arial"/>
              </a:defRPr>
            </a:lvl7pPr>
            <a:lvl8pPr algn="l">
              <a:defRPr sz="2550" b="1">
                <a:solidFill>
                  <a:srgbClr val="D4DDEB"/>
                </a:solidFill>
                <a:latin typeface="Arial"/>
                <a:ea typeface="Arial"/>
                <a:cs typeface="Arial"/>
              </a:defRPr>
            </a:lvl8pPr>
            <a:lvl9pPr algn="l">
              <a:defRPr sz="2550" b="1">
                <a:solidFill>
                  <a:srgbClr val="D4DDEB"/>
                </a:solidFill>
                <a:latin typeface="Arial"/>
                <a:ea typeface="Arial"/>
                <a:cs typeface="Arial"/>
              </a:defRPr>
            </a:lvl9pPr>
          </a:lstStyle>
          <a:p xmlns:a="http://schemas.openxmlformats.org/drawingml/2006/main">
            <a:pPr algn="l">
              <a:lnSpc>
                <a:spcPct val="108000"/>
              </a:lnSpc>
              <a:buNone/>
              <a:defRPr sz="2550" b="1">
                <a:solidFill>
                  <a:srgbClr val="D4DDEB"/>
                </a:solidFill>
                <a:latin typeface="Arial"/>
                <a:ea typeface="Arial"/>
                <a:cs typeface="Arial"/>
              </a:defRPr>
            </a:pPr>
            <a:r>
              <a:rPr sz="2550" b="1">
                <a:solidFill>
                  <a:srgbClr val="D4DDEB"/>
                </a:solidFill>
                <a:latin typeface="Arial"/>
                <a:ea typeface="Arial"/>
                <a:cs typeface="Arial"/>
              </a:rPr>
              <a:t>Issue y PR</a:t>
            </a:r>
          </a:p>
        </p:txBody>
      </p:sp>
      <p:sp>
        <p:nvSpPr>
          <p:cNvPr id="6" name="funcion-1">
            <a:extLst xmlns:a="http://schemas.openxmlformats.org/drawingml/2006/main">
              <a:ext uri="{FF2B5EF4-FFF2-40B4-BE49-F238E27FC236}">
                <a16:creationId xmlns:a16="http://schemas.microsoft.com/office/drawing/2014/main" id="{03F9881D-D761-4361-A0FF-B9FD4742C226}"/>
              </a:ext>
            </a:extLst>
          </p:cNvPr>
          <p:cNvSpPr>
            <a:spLocks xmlns:a="http://schemas.openxmlformats.org/drawingml/2006/main" noGrp="1"/>
          </p:cNvSpPr>
          <p:nvPr/>
        </p:nvSpPr>
        <p:spPr>
          <a:xfrm xmlns:a="http://schemas.openxmlformats.org/drawingml/2006/main">
            <a:off x="3448050" y="4267200"/>
            <a:ext cx="24574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F6F1E8"/>
                </a:solidFill>
                <a:latin typeface="Arial"/>
                <a:ea typeface="Arial"/>
                <a:cs typeface="Arial"/>
              </a:defRPr>
            </a:defPPr>
            <a:lvl1pPr algn="l">
              <a:defRPr sz="2250" b="0">
                <a:solidFill>
                  <a:srgbClr val="F6F1E8"/>
                </a:solidFill>
                <a:latin typeface="Arial"/>
                <a:ea typeface="Arial"/>
                <a:cs typeface="Arial"/>
              </a:defRPr>
            </a:lvl1pPr>
            <a:lvl2pPr algn="l">
              <a:defRPr sz="2250" b="0">
                <a:solidFill>
                  <a:srgbClr val="F6F1E8"/>
                </a:solidFill>
                <a:latin typeface="Arial"/>
                <a:ea typeface="Arial"/>
                <a:cs typeface="Arial"/>
              </a:defRPr>
            </a:lvl2pPr>
            <a:lvl3pPr algn="l">
              <a:defRPr sz="2250" b="0">
                <a:solidFill>
                  <a:srgbClr val="F6F1E8"/>
                </a:solidFill>
                <a:latin typeface="Arial"/>
                <a:ea typeface="Arial"/>
                <a:cs typeface="Arial"/>
              </a:defRPr>
            </a:lvl3pPr>
            <a:lvl4pPr algn="l">
              <a:defRPr sz="2250" b="0">
                <a:solidFill>
                  <a:srgbClr val="F6F1E8"/>
                </a:solidFill>
                <a:latin typeface="Arial"/>
                <a:ea typeface="Arial"/>
                <a:cs typeface="Arial"/>
              </a:defRPr>
            </a:lvl4pPr>
            <a:lvl5pPr algn="l">
              <a:defRPr sz="2250" b="0">
                <a:solidFill>
                  <a:srgbClr val="F6F1E8"/>
                </a:solidFill>
                <a:latin typeface="Arial"/>
                <a:ea typeface="Arial"/>
                <a:cs typeface="Arial"/>
              </a:defRPr>
            </a:lvl5pPr>
            <a:lvl6pPr algn="l">
              <a:defRPr sz="2250" b="0">
                <a:solidFill>
                  <a:srgbClr val="F6F1E8"/>
                </a:solidFill>
                <a:latin typeface="Arial"/>
                <a:ea typeface="Arial"/>
                <a:cs typeface="Arial"/>
              </a:defRPr>
            </a:lvl6pPr>
            <a:lvl7pPr algn="l">
              <a:defRPr sz="2250" b="0">
                <a:solidFill>
                  <a:srgbClr val="F6F1E8"/>
                </a:solidFill>
                <a:latin typeface="Arial"/>
                <a:ea typeface="Arial"/>
                <a:cs typeface="Arial"/>
              </a:defRPr>
            </a:lvl7pPr>
            <a:lvl8pPr algn="l">
              <a:defRPr sz="2250" b="0">
                <a:solidFill>
                  <a:srgbClr val="F6F1E8"/>
                </a:solidFill>
                <a:latin typeface="Arial"/>
                <a:ea typeface="Arial"/>
                <a:cs typeface="Arial"/>
              </a:defRPr>
            </a:lvl8pPr>
            <a:lvl9pPr algn="l">
              <a:defRPr sz="2250" b="0">
                <a:solidFill>
                  <a:srgbClr val="F6F1E8"/>
                </a:solidFill>
                <a:latin typeface="Arial"/>
                <a:ea typeface="Arial"/>
                <a:cs typeface="Arial"/>
              </a:defRPr>
            </a:lvl9pPr>
          </a:lstStyle>
          <a:p xmlns:a="http://schemas.openxmlformats.org/drawingml/2006/main">
            <a:pPr algn="l">
              <a:lnSpc>
                <a:spcPct val="108000"/>
              </a:lnSpc>
              <a:buNone/>
              <a:defRPr sz="2250" b="0">
                <a:solidFill>
                  <a:srgbClr val="F6F1E8"/>
                </a:solidFill>
                <a:latin typeface="Arial"/>
                <a:ea typeface="Arial"/>
                <a:cs typeface="Arial"/>
              </a:defRPr>
            </a:pPr>
            <a:r>
              <a:rPr sz="2250" b="0">
                <a:solidFill>
                  <a:srgbClr val="F6F1E8"/>
                </a:solidFill>
                <a:latin typeface="Arial"/>
                <a:ea typeface="Arial"/>
                <a:cs typeface="Arial"/>
              </a:rPr>
              <a:t>seguimiento y propuesta.</a:t>
            </a:r>
          </a:p>
        </p:txBody>
      </p:sp>
      <p:sp>
        <p:nvSpPr>
          <p:cNvPr id="7" name="artefacto-2">
            <a:extLst xmlns:a="http://schemas.openxmlformats.org/drawingml/2006/main">
              <a:ext uri="{FF2B5EF4-FFF2-40B4-BE49-F238E27FC236}">
                <a16:creationId xmlns:a16="http://schemas.microsoft.com/office/drawing/2014/main" id="{27E10BD9-37B4-4ECC-B3E5-F1ABF3DFA4A2}"/>
              </a:ext>
            </a:extLst>
          </p:cNvPr>
          <p:cNvSpPr>
            <a:spLocks xmlns:a="http://schemas.openxmlformats.org/drawingml/2006/main" noGrp="1"/>
          </p:cNvSpPr>
          <p:nvPr/>
        </p:nvSpPr>
        <p:spPr>
          <a:xfrm xmlns:a="http://schemas.openxmlformats.org/drawingml/2006/main">
            <a:off x="6286500" y="2990850"/>
            <a:ext cx="24574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D4DDEB"/>
                </a:solidFill>
                <a:latin typeface="Arial"/>
                <a:ea typeface="Arial"/>
                <a:cs typeface="Arial"/>
              </a:defRPr>
            </a:defPPr>
            <a:lvl1pPr algn="l">
              <a:defRPr sz="2550" b="1">
                <a:solidFill>
                  <a:srgbClr val="D4DDEB"/>
                </a:solidFill>
                <a:latin typeface="Arial"/>
                <a:ea typeface="Arial"/>
                <a:cs typeface="Arial"/>
              </a:defRPr>
            </a:lvl1pPr>
            <a:lvl2pPr algn="l">
              <a:defRPr sz="2550" b="1">
                <a:solidFill>
                  <a:srgbClr val="D4DDEB"/>
                </a:solidFill>
                <a:latin typeface="Arial"/>
                <a:ea typeface="Arial"/>
                <a:cs typeface="Arial"/>
              </a:defRPr>
            </a:lvl2pPr>
            <a:lvl3pPr algn="l">
              <a:defRPr sz="2550" b="1">
                <a:solidFill>
                  <a:srgbClr val="D4DDEB"/>
                </a:solidFill>
                <a:latin typeface="Arial"/>
                <a:ea typeface="Arial"/>
                <a:cs typeface="Arial"/>
              </a:defRPr>
            </a:lvl3pPr>
            <a:lvl4pPr algn="l">
              <a:defRPr sz="2550" b="1">
                <a:solidFill>
                  <a:srgbClr val="D4DDEB"/>
                </a:solidFill>
                <a:latin typeface="Arial"/>
                <a:ea typeface="Arial"/>
                <a:cs typeface="Arial"/>
              </a:defRPr>
            </a:lvl4pPr>
            <a:lvl5pPr algn="l">
              <a:defRPr sz="2550" b="1">
                <a:solidFill>
                  <a:srgbClr val="D4DDEB"/>
                </a:solidFill>
                <a:latin typeface="Arial"/>
                <a:ea typeface="Arial"/>
                <a:cs typeface="Arial"/>
              </a:defRPr>
            </a:lvl5pPr>
            <a:lvl6pPr algn="l">
              <a:defRPr sz="2550" b="1">
                <a:solidFill>
                  <a:srgbClr val="D4DDEB"/>
                </a:solidFill>
                <a:latin typeface="Arial"/>
                <a:ea typeface="Arial"/>
                <a:cs typeface="Arial"/>
              </a:defRPr>
            </a:lvl6pPr>
            <a:lvl7pPr algn="l">
              <a:defRPr sz="2550" b="1">
                <a:solidFill>
                  <a:srgbClr val="D4DDEB"/>
                </a:solidFill>
                <a:latin typeface="Arial"/>
                <a:ea typeface="Arial"/>
                <a:cs typeface="Arial"/>
              </a:defRPr>
            </a:lvl7pPr>
            <a:lvl8pPr algn="l">
              <a:defRPr sz="2550" b="1">
                <a:solidFill>
                  <a:srgbClr val="D4DDEB"/>
                </a:solidFill>
                <a:latin typeface="Arial"/>
                <a:ea typeface="Arial"/>
                <a:cs typeface="Arial"/>
              </a:defRPr>
            </a:lvl8pPr>
            <a:lvl9pPr algn="l">
              <a:defRPr sz="2550" b="1">
                <a:solidFill>
                  <a:srgbClr val="D4DDEB"/>
                </a:solidFill>
                <a:latin typeface="Arial"/>
                <a:ea typeface="Arial"/>
                <a:cs typeface="Arial"/>
              </a:defRPr>
            </a:lvl9pPr>
          </a:lstStyle>
          <a:p xmlns:a="http://schemas.openxmlformats.org/drawingml/2006/main">
            <a:pPr algn="l">
              <a:lnSpc>
                <a:spcPct val="108000"/>
              </a:lnSpc>
              <a:buNone/>
              <a:defRPr sz="2550" b="1">
                <a:solidFill>
                  <a:srgbClr val="D4DDEB"/>
                </a:solidFill>
                <a:latin typeface="Arial"/>
                <a:ea typeface="Arial"/>
                <a:cs typeface="Arial"/>
              </a:defRPr>
            </a:pPr>
            <a:r>
              <a:rPr sz="2550" b="1">
                <a:solidFill>
                  <a:srgbClr val="D4DDEB"/>
                </a:solidFill>
                <a:latin typeface="Arial"/>
                <a:ea typeface="Arial"/>
                <a:cs typeface="Arial"/>
              </a:rPr>
              <a:t>Commit y pruebas</a:t>
            </a:r>
          </a:p>
        </p:txBody>
      </p:sp>
      <p:sp>
        <p:nvSpPr>
          <p:cNvPr id="8" name="funcion-2">
            <a:extLst xmlns:a="http://schemas.openxmlformats.org/drawingml/2006/main">
              <a:ext uri="{FF2B5EF4-FFF2-40B4-BE49-F238E27FC236}">
                <a16:creationId xmlns:a16="http://schemas.microsoft.com/office/drawing/2014/main" id="{1C80B799-FF9E-485B-B92D-E1F5F51B8A1B}"/>
              </a:ext>
            </a:extLst>
          </p:cNvPr>
          <p:cNvSpPr>
            <a:spLocks xmlns:a="http://schemas.openxmlformats.org/drawingml/2006/main" noGrp="1"/>
          </p:cNvSpPr>
          <p:nvPr/>
        </p:nvSpPr>
        <p:spPr>
          <a:xfrm xmlns:a="http://schemas.openxmlformats.org/drawingml/2006/main">
            <a:off x="6286500" y="4267200"/>
            <a:ext cx="24574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F6F1E8"/>
                </a:solidFill>
                <a:latin typeface="Arial"/>
                <a:ea typeface="Arial"/>
                <a:cs typeface="Arial"/>
              </a:defRPr>
            </a:defPPr>
            <a:lvl1pPr algn="l">
              <a:defRPr sz="2250" b="0">
                <a:solidFill>
                  <a:srgbClr val="F6F1E8"/>
                </a:solidFill>
                <a:latin typeface="Arial"/>
                <a:ea typeface="Arial"/>
                <a:cs typeface="Arial"/>
              </a:defRPr>
            </a:lvl1pPr>
            <a:lvl2pPr algn="l">
              <a:defRPr sz="2250" b="0">
                <a:solidFill>
                  <a:srgbClr val="F6F1E8"/>
                </a:solidFill>
                <a:latin typeface="Arial"/>
                <a:ea typeface="Arial"/>
                <a:cs typeface="Arial"/>
              </a:defRPr>
            </a:lvl2pPr>
            <a:lvl3pPr algn="l">
              <a:defRPr sz="2250" b="0">
                <a:solidFill>
                  <a:srgbClr val="F6F1E8"/>
                </a:solidFill>
                <a:latin typeface="Arial"/>
                <a:ea typeface="Arial"/>
                <a:cs typeface="Arial"/>
              </a:defRPr>
            </a:lvl3pPr>
            <a:lvl4pPr algn="l">
              <a:defRPr sz="2250" b="0">
                <a:solidFill>
                  <a:srgbClr val="F6F1E8"/>
                </a:solidFill>
                <a:latin typeface="Arial"/>
                <a:ea typeface="Arial"/>
                <a:cs typeface="Arial"/>
              </a:defRPr>
            </a:lvl4pPr>
            <a:lvl5pPr algn="l">
              <a:defRPr sz="2250" b="0">
                <a:solidFill>
                  <a:srgbClr val="F6F1E8"/>
                </a:solidFill>
                <a:latin typeface="Arial"/>
                <a:ea typeface="Arial"/>
                <a:cs typeface="Arial"/>
              </a:defRPr>
            </a:lvl5pPr>
            <a:lvl6pPr algn="l">
              <a:defRPr sz="2250" b="0">
                <a:solidFill>
                  <a:srgbClr val="F6F1E8"/>
                </a:solidFill>
                <a:latin typeface="Arial"/>
                <a:ea typeface="Arial"/>
                <a:cs typeface="Arial"/>
              </a:defRPr>
            </a:lvl6pPr>
            <a:lvl7pPr algn="l">
              <a:defRPr sz="2250" b="0">
                <a:solidFill>
                  <a:srgbClr val="F6F1E8"/>
                </a:solidFill>
                <a:latin typeface="Arial"/>
                <a:ea typeface="Arial"/>
                <a:cs typeface="Arial"/>
              </a:defRPr>
            </a:lvl7pPr>
            <a:lvl8pPr algn="l">
              <a:defRPr sz="2250" b="0">
                <a:solidFill>
                  <a:srgbClr val="F6F1E8"/>
                </a:solidFill>
                <a:latin typeface="Arial"/>
                <a:ea typeface="Arial"/>
                <a:cs typeface="Arial"/>
              </a:defRPr>
            </a:lvl8pPr>
            <a:lvl9pPr algn="l">
              <a:defRPr sz="2250" b="0">
                <a:solidFill>
                  <a:srgbClr val="F6F1E8"/>
                </a:solidFill>
                <a:latin typeface="Arial"/>
                <a:ea typeface="Arial"/>
                <a:cs typeface="Arial"/>
              </a:defRPr>
            </a:lvl9pPr>
          </a:lstStyle>
          <a:p xmlns:a="http://schemas.openxmlformats.org/drawingml/2006/main">
            <a:pPr algn="l">
              <a:lnSpc>
                <a:spcPct val="108000"/>
              </a:lnSpc>
              <a:buNone/>
              <a:defRPr sz="2250" b="0">
                <a:solidFill>
                  <a:srgbClr val="F6F1E8"/>
                </a:solidFill>
                <a:latin typeface="Arial"/>
                <a:ea typeface="Arial"/>
                <a:cs typeface="Arial"/>
              </a:defRPr>
            </a:pPr>
            <a:r>
              <a:rPr sz="2250" b="0">
                <a:solidFill>
                  <a:srgbClr val="F6F1E8"/>
                </a:solidFill>
                <a:latin typeface="Arial"/>
                <a:ea typeface="Arial"/>
                <a:cs typeface="Arial"/>
              </a:rPr>
              <a:t>modificación y comprobación.</a:t>
            </a:r>
          </a:p>
        </p:txBody>
      </p:sp>
      <p:sp>
        <p:nvSpPr>
          <p:cNvPr id="9" name="artefacto-3">
            <a:extLst xmlns:a="http://schemas.openxmlformats.org/drawingml/2006/main">
              <a:ext uri="{FF2B5EF4-FFF2-40B4-BE49-F238E27FC236}">
                <a16:creationId xmlns:a16="http://schemas.microsoft.com/office/drawing/2014/main" id="{8E3895EC-B7C1-4AF6-B524-CE3E07B6465F}"/>
              </a:ext>
            </a:extLst>
          </p:cNvPr>
          <p:cNvSpPr>
            <a:spLocks xmlns:a="http://schemas.openxmlformats.org/drawingml/2006/main" noGrp="1"/>
          </p:cNvSpPr>
          <p:nvPr/>
        </p:nvSpPr>
        <p:spPr>
          <a:xfrm xmlns:a="http://schemas.openxmlformats.org/drawingml/2006/main">
            <a:off x="9124950" y="2990850"/>
            <a:ext cx="24574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D4DDEB"/>
                </a:solidFill>
                <a:latin typeface="Arial"/>
                <a:ea typeface="Arial"/>
                <a:cs typeface="Arial"/>
              </a:defRPr>
            </a:defPPr>
            <a:lvl1pPr algn="l">
              <a:defRPr sz="2550" b="1">
                <a:solidFill>
                  <a:srgbClr val="D4DDEB"/>
                </a:solidFill>
                <a:latin typeface="Arial"/>
                <a:ea typeface="Arial"/>
                <a:cs typeface="Arial"/>
              </a:defRPr>
            </a:lvl1pPr>
            <a:lvl2pPr algn="l">
              <a:defRPr sz="2550" b="1">
                <a:solidFill>
                  <a:srgbClr val="D4DDEB"/>
                </a:solidFill>
                <a:latin typeface="Arial"/>
                <a:ea typeface="Arial"/>
                <a:cs typeface="Arial"/>
              </a:defRPr>
            </a:lvl2pPr>
            <a:lvl3pPr algn="l">
              <a:defRPr sz="2550" b="1">
                <a:solidFill>
                  <a:srgbClr val="D4DDEB"/>
                </a:solidFill>
                <a:latin typeface="Arial"/>
                <a:ea typeface="Arial"/>
                <a:cs typeface="Arial"/>
              </a:defRPr>
            </a:lvl3pPr>
            <a:lvl4pPr algn="l">
              <a:defRPr sz="2550" b="1">
                <a:solidFill>
                  <a:srgbClr val="D4DDEB"/>
                </a:solidFill>
                <a:latin typeface="Arial"/>
                <a:ea typeface="Arial"/>
                <a:cs typeface="Arial"/>
              </a:defRPr>
            </a:lvl4pPr>
            <a:lvl5pPr algn="l">
              <a:defRPr sz="2550" b="1">
                <a:solidFill>
                  <a:srgbClr val="D4DDEB"/>
                </a:solidFill>
                <a:latin typeface="Arial"/>
                <a:ea typeface="Arial"/>
                <a:cs typeface="Arial"/>
              </a:defRPr>
            </a:lvl5pPr>
            <a:lvl6pPr algn="l">
              <a:defRPr sz="2550" b="1">
                <a:solidFill>
                  <a:srgbClr val="D4DDEB"/>
                </a:solidFill>
                <a:latin typeface="Arial"/>
                <a:ea typeface="Arial"/>
                <a:cs typeface="Arial"/>
              </a:defRPr>
            </a:lvl6pPr>
            <a:lvl7pPr algn="l">
              <a:defRPr sz="2550" b="1">
                <a:solidFill>
                  <a:srgbClr val="D4DDEB"/>
                </a:solidFill>
                <a:latin typeface="Arial"/>
                <a:ea typeface="Arial"/>
                <a:cs typeface="Arial"/>
              </a:defRPr>
            </a:lvl7pPr>
            <a:lvl8pPr algn="l">
              <a:defRPr sz="2550" b="1">
                <a:solidFill>
                  <a:srgbClr val="D4DDEB"/>
                </a:solidFill>
                <a:latin typeface="Arial"/>
                <a:ea typeface="Arial"/>
                <a:cs typeface="Arial"/>
              </a:defRPr>
            </a:lvl8pPr>
            <a:lvl9pPr algn="l">
              <a:defRPr sz="2550" b="1">
                <a:solidFill>
                  <a:srgbClr val="D4DDEB"/>
                </a:solidFill>
                <a:latin typeface="Arial"/>
                <a:ea typeface="Arial"/>
                <a:cs typeface="Arial"/>
              </a:defRPr>
            </a:lvl9pPr>
          </a:lstStyle>
          <a:p xmlns:a="http://schemas.openxmlformats.org/drawingml/2006/main">
            <a:pPr algn="l">
              <a:lnSpc>
                <a:spcPct val="108000"/>
              </a:lnSpc>
              <a:buNone/>
              <a:defRPr sz="2550" b="1">
                <a:solidFill>
                  <a:srgbClr val="D4DDEB"/>
                </a:solidFill>
                <a:latin typeface="Arial"/>
                <a:ea typeface="Arial"/>
                <a:cs typeface="Arial"/>
              </a:defRPr>
            </a:pPr>
            <a:r>
              <a:rPr sz="2550" b="1">
                <a:solidFill>
                  <a:srgbClr val="D4DDEB"/>
                </a:solidFill>
                <a:latin typeface="Arial"/>
                <a:ea typeface="Arial"/>
                <a:cs typeface="Arial"/>
              </a:rPr>
              <a:t>Registro de cambios</a:t>
            </a:r>
          </a:p>
        </p:txBody>
      </p:sp>
      <p:sp>
        <p:nvSpPr>
          <p:cNvPr id="10" name="funcion-3">
            <a:extLst xmlns:a="http://schemas.openxmlformats.org/drawingml/2006/main">
              <a:ext uri="{FF2B5EF4-FFF2-40B4-BE49-F238E27FC236}">
                <a16:creationId xmlns:a16="http://schemas.microsoft.com/office/drawing/2014/main" id="{0CF0E8F0-740D-4925-93EA-015F8A80D332}"/>
              </a:ext>
            </a:extLst>
          </p:cNvPr>
          <p:cNvSpPr>
            <a:spLocks xmlns:a="http://schemas.openxmlformats.org/drawingml/2006/main" noGrp="1"/>
          </p:cNvSpPr>
          <p:nvPr/>
        </p:nvSpPr>
        <p:spPr>
          <a:xfrm xmlns:a="http://schemas.openxmlformats.org/drawingml/2006/main">
            <a:off x="9124950" y="4267200"/>
            <a:ext cx="24574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F6F1E8"/>
                </a:solidFill>
                <a:latin typeface="Arial"/>
                <a:ea typeface="Arial"/>
                <a:cs typeface="Arial"/>
              </a:defRPr>
            </a:defPPr>
            <a:lvl1pPr algn="l">
              <a:defRPr sz="2250" b="0">
                <a:solidFill>
                  <a:srgbClr val="F6F1E8"/>
                </a:solidFill>
                <a:latin typeface="Arial"/>
                <a:ea typeface="Arial"/>
                <a:cs typeface="Arial"/>
              </a:defRPr>
            </a:lvl1pPr>
            <a:lvl2pPr algn="l">
              <a:defRPr sz="2250" b="0">
                <a:solidFill>
                  <a:srgbClr val="F6F1E8"/>
                </a:solidFill>
                <a:latin typeface="Arial"/>
                <a:ea typeface="Arial"/>
                <a:cs typeface="Arial"/>
              </a:defRPr>
            </a:lvl2pPr>
            <a:lvl3pPr algn="l">
              <a:defRPr sz="2250" b="0">
                <a:solidFill>
                  <a:srgbClr val="F6F1E8"/>
                </a:solidFill>
                <a:latin typeface="Arial"/>
                <a:ea typeface="Arial"/>
                <a:cs typeface="Arial"/>
              </a:defRPr>
            </a:lvl3pPr>
            <a:lvl4pPr algn="l">
              <a:defRPr sz="2250" b="0">
                <a:solidFill>
                  <a:srgbClr val="F6F1E8"/>
                </a:solidFill>
                <a:latin typeface="Arial"/>
                <a:ea typeface="Arial"/>
                <a:cs typeface="Arial"/>
              </a:defRPr>
            </a:lvl4pPr>
            <a:lvl5pPr algn="l">
              <a:defRPr sz="2250" b="0">
                <a:solidFill>
                  <a:srgbClr val="F6F1E8"/>
                </a:solidFill>
                <a:latin typeface="Arial"/>
                <a:ea typeface="Arial"/>
                <a:cs typeface="Arial"/>
              </a:defRPr>
            </a:lvl5pPr>
            <a:lvl6pPr algn="l">
              <a:defRPr sz="2250" b="0">
                <a:solidFill>
                  <a:srgbClr val="F6F1E8"/>
                </a:solidFill>
                <a:latin typeface="Arial"/>
                <a:ea typeface="Arial"/>
                <a:cs typeface="Arial"/>
              </a:defRPr>
            </a:lvl6pPr>
            <a:lvl7pPr algn="l">
              <a:defRPr sz="2250" b="0">
                <a:solidFill>
                  <a:srgbClr val="F6F1E8"/>
                </a:solidFill>
                <a:latin typeface="Arial"/>
                <a:ea typeface="Arial"/>
                <a:cs typeface="Arial"/>
              </a:defRPr>
            </a:lvl7pPr>
            <a:lvl8pPr algn="l">
              <a:defRPr sz="2250" b="0">
                <a:solidFill>
                  <a:srgbClr val="F6F1E8"/>
                </a:solidFill>
                <a:latin typeface="Arial"/>
                <a:ea typeface="Arial"/>
                <a:cs typeface="Arial"/>
              </a:defRPr>
            </a:lvl8pPr>
            <a:lvl9pPr algn="l">
              <a:defRPr sz="2250" b="0">
                <a:solidFill>
                  <a:srgbClr val="F6F1E8"/>
                </a:solidFill>
                <a:latin typeface="Arial"/>
                <a:ea typeface="Arial"/>
                <a:cs typeface="Arial"/>
              </a:defRPr>
            </a:lvl9pPr>
          </a:lstStyle>
          <a:p xmlns:a="http://schemas.openxmlformats.org/drawingml/2006/main">
            <a:pPr algn="l">
              <a:lnSpc>
                <a:spcPct val="108000"/>
              </a:lnSpc>
              <a:buNone/>
              <a:defRPr sz="2250" b="0">
                <a:solidFill>
                  <a:srgbClr val="F6F1E8"/>
                </a:solidFill>
                <a:latin typeface="Arial"/>
                <a:ea typeface="Arial"/>
                <a:cs typeface="Arial"/>
              </a:defRPr>
            </a:pPr>
            <a:r>
              <a:rPr sz="2250" b="0">
                <a:solidFill>
                  <a:srgbClr val="F6F1E8"/>
                </a:solidFill>
                <a:latin typeface="Arial"/>
                <a:ea typeface="Arial"/>
                <a:cs typeface="Arial"/>
              </a:rPr>
              <a:t>contenido de la entrega.</a:t>
            </a:r>
          </a:p>
        </p:txBody>
      </p:sp>
      <p:sp>
        <p:nvSpPr>
          <p:cNvPr id="11" name="ejemplo-visible">
            <a:extLst xmlns:a="http://schemas.openxmlformats.org/drawingml/2006/main">
              <a:ext uri="{FF2B5EF4-FFF2-40B4-BE49-F238E27FC236}">
                <a16:creationId xmlns:a16="http://schemas.microsoft.com/office/drawing/2014/main" id="{008B158D-6753-4186-80AB-BD9E206CECC6}"/>
              </a:ext>
            </a:extLst>
          </p:cNvPr>
          <p:cNvSpPr>
            <a:spLocks xmlns:a="http://schemas.openxmlformats.org/drawingml/2006/main" noGrp="1"/>
          </p:cNvSpPr>
          <p:nvPr/>
        </p:nvSpPr>
        <p:spPr>
          <a:xfrm xmlns:a="http://schemas.openxmlformats.org/drawingml/2006/main">
            <a:off x="609600" y="57150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D4DDEB"/>
                </a:solidFill>
                <a:latin typeface="Arial"/>
                <a:ea typeface="Arial"/>
                <a:cs typeface="Arial"/>
              </a:defRPr>
            </a:defPPr>
            <a:lvl1pPr algn="l">
              <a:defRPr sz="2100" b="0">
                <a:solidFill>
                  <a:srgbClr val="D4DDEB"/>
                </a:solidFill>
                <a:latin typeface="Arial"/>
                <a:ea typeface="Arial"/>
                <a:cs typeface="Arial"/>
              </a:defRPr>
            </a:lvl1pPr>
            <a:lvl2pPr algn="l">
              <a:defRPr sz="2100" b="0">
                <a:solidFill>
                  <a:srgbClr val="D4DDEB"/>
                </a:solidFill>
                <a:latin typeface="Arial"/>
                <a:ea typeface="Arial"/>
                <a:cs typeface="Arial"/>
              </a:defRPr>
            </a:lvl2pPr>
            <a:lvl3pPr algn="l">
              <a:defRPr sz="2100" b="0">
                <a:solidFill>
                  <a:srgbClr val="D4DDEB"/>
                </a:solidFill>
                <a:latin typeface="Arial"/>
                <a:ea typeface="Arial"/>
                <a:cs typeface="Arial"/>
              </a:defRPr>
            </a:lvl3pPr>
            <a:lvl4pPr algn="l">
              <a:defRPr sz="2100" b="0">
                <a:solidFill>
                  <a:srgbClr val="D4DDEB"/>
                </a:solidFill>
                <a:latin typeface="Arial"/>
                <a:ea typeface="Arial"/>
                <a:cs typeface="Arial"/>
              </a:defRPr>
            </a:lvl4pPr>
            <a:lvl5pPr algn="l">
              <a:defRPr sz="2100" b="0">
                <a:solidFill>
                  <a:srgbClr val="D4DDEB"/>
                </a:solidFill>
                <a:latin typeface="Arial"/>
                <a:ea typeface="Arial"/>
                <a:cs typeface="Arial"/>
              </a:defRPr>
            </a:lvl5pPr>
            <a:lvl6pPr algn="l">
              <a:defRPr sz="2100" b="0">
                <a:solidFill>
                  <a:srgbClr val="D4DDEB"/>
                </a:solidFill>
                <a:latin typeface="Arial"/>
                <a:ea typeface="Arial"/>
                <a:cs typeface="Arial"/>
              </a:defRPr>
            </a:lvl6pPr>
            <a:lvl7pPr algn="l">
              <a:defRPr sz="2100" b="0">
                <a:solidFill>
                  <a:srgbClr val="D4DDEB"/>
                </a:solidFill>
                <a:latin typeface="Arial"/>
                <a:ea typeface="Arial"/>
                <a:cs typeface="Arial"/>
              </a:defRPr>
            </a:lvl7pPr>
            <a:lvl8pPr algn="l">
              <a:defRPr sz="2100" b="0">
                <a:solidFill>
                  <a:srgbClr val="D4DDEB"/>
                </a:solidFill>
                <a:latin typeface="Arial"/>
                <a:ea typeface="Arial"/>
                <a:cs typeface="Arial"/>
              </a:defRPr>
            </a:lvl8pPr>
            <a:lvl9pPr algn="l">
              <a:defRPr sz="2100" b="0">
                <a:solidFill>
                  <a:srgbClr val="D4DDEB"/>
                </a:solidFill>
                <a:latin typeface="Arial"/>
                <a:ea typeface="Arial"/>
                <a:cs typeface="Arial"/>
              </a:defRPr>
            </a:lvl9pPr>
          </a:lstStyle>
          <a:p xmlns:a="http://schemas.openxmlformats.org/drawingml/2006/main">
            <a:pPr algn="l">
              <a:lnSpc>
                <a:spcPct val="108000"/>
              </a:lnSpc>
              <a:buNone/>
              <a:defRPr sz="2100" b="0">
                <a:solidFill>
                  <a:srgbClr val="D4DDEB"/>
                </a:solidFill>
                <a:latin typeface="Arial"/>
                <a:ea typeface="Arial"/>
                <a:cs typeface="Arial"/>
              </a:defRPr>
            </a:pPr>
            <a:r>
              <a:rPr sz="2100" b="0">
                <a:solidFill>
                  <a:srgbClr val="D4DDEB"/>
                </a:solidFill>
                <a:latin typeface="Arial"/>
                <a:ea typeface="Arial"/>
                <a:cs typeface="Arial"/>
              </a:rPr>
              <a:t>Ante un rechazo de QR, el equipo puede localizar qué entrega cambió la regla y qué pruebas respaldaron esa decisión.</a:t>
            </a:r>
          </a:p>
        </p:txBody>
      </p:sp>
      <p:sp>
        <p:nvSpPr>
          <p:cNvPr id="12" name="numero-pagina">
            <a:extLst xmlns:a="http://schemas.openxmlformats.org/drawingml/2006/main">
              <a:ext uri="{FF2B5EF4-FFF2-40B4-BE49-F238E27FC236}">
                <a16:creationId xmlns:a16="http://schemas.microsoft.com/office/drawing/2014/main" id="{169F3965-6966-42A2-892A-4B40923249C0}"/>
              </a:ext>
            </a:extLst>
          </p:cNvPr>
          <p:cNvSpPr>
            <a:spLocks xmlns:a="http://schemas.openxmlformats.org/drawingml/2006/main" noGrp="1"/>
          </p:cNvSpPr>
          <p:nvPr/>
        </p:nvSpPr>
        <p:spPr>
          <a:xfrm xmlns:a="http://schemas.openxmlformats.org/drawingml/2006/main">
            <a:off x="10972800" y="6400800"/>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D4DDEB"/>
                </a:solidFill>
                <a:latin typeface="Arial"/>
                <a:ea typeface="Arial"/>
                <a:cs typeface="Arial"/>
              </a:defRPr>
            </a:defPPr>
            <a:lvl1pPr algn="r">
              <a:defRPr sz="1350" b="0">
                <a:solidFill>
                  <a:srgbClr val="D4DDEB"/>
                </a:solidFill>
                <a:latin typeface="Arial"/>
                <a:ea typeface="Arial"/>
                <a:cs typeface="Arial"/>
              </a:defRPr>
            </a:lvl1pPr>
            <a:lvl2pPr algn="r">
              <a:defRPr sz="1350" b="0">
                <a:solidFill>
                  <a:srgbClr val="D4DDEB"/>
                </a:solidFill>
                <a:latin typeface="Arial"/>
                <a:ea typeface="Arial"/>
                <a:cs typeface="Arial"/>
              </a:defRPr>
            </a:lvl2pPr>
            <a:lvl3pPr algn="r">
              <a:defRPr sz="1350" b="0">
                <a:solidFill>
                  <a:srgbClr val="D4DDEB"/>
                </a:solidFill>
                <a:latin typeface="Arial"/>
                <a:ea typeface="Arial"/>
                <a:cs typeface="Arial"/>
              </a:defRPr>
            </a:lvl3pPr>
            <a:lvl4pPr algn="r">
              <a:defRPr sz="1350" b="0">
                <a:solidFill>
                  <a:srgbClr val="D4DDEB"/>
                </a:solidFill>
                <a:latin typeface="Arial"/>
                <a:ea typeface="Arial"/>
                <a:cs typeface="Arial"/>
              </a:defRPr>
            </a:lvl4pPr>
            <a:lvl5pPr algn="r">
              <a:defRPr sz="1350" b="0">
                <a:solidFill>
                  <a:srgbClr val="D4DDEB"/>
                </a:solidFill>
                <a:latin typeface="Arial"/>
                <a:ea typeface="Arial"/>
                <a:cs typeface="Arial"/>
              </a:defRPr>
            </a:lvl5pPr>
            <a:lvl6pPr algn="r">
              <a:defRPr sz="1350" b="0">
                <a:solidFill>
                  <a:srgbClr val="D4DDEB"/>
                </a:solidFill>
                <a:latin typeface="Arial"/>
                <a:ea typeface="Arial"/>
                <a:cs typeface="Arial"/>
              </a:defRPr>
            </a:lvl6pPr>
            <a:lvl7pPr algn="r">
              <a:defRPr sz="1350" b="0">
                <a:solidFill>
                  <a:srgbClr val="D4DDEB"/>
                </a:solidFill>
                <a:latin typeface="Arial"/>
                <a:ea typeface="Arial"/>
                <a:cs typeface="Arial"/>
              </a:defRPr>
            </a:lvl7pPr>
            <a:lvl8pPr algn="r">
              <a:defRPr sz="1350" b="0">
                <a:solidFill>
                  <a:srgbClr val="D4DDEB"/>
                </a:solidFill>
                <a:latin typeface="Arial"/>
                <a:ea typeface="Arial"/>
                <a:cs typeface="Arial"/>
              </a:defRPr>
            </a:lvl8pPr>
            <a:lvl9pPr algn="r">
              <a:defRPr sz="1350" b="0">
                <a:solidFill>
                  <a:srgbClr val="D4DDEB"/>
                </a:solidFill>
                <a:latin typeface="Arial"/>
                <a:ea typeface="Arial"/>
                <a:cs typeface="Arial"/>
              </a:defRPr>
            </a:lvl9pPr>
          </a:lstStyle>
          <a:p xmlns:a="http://schemas.openxmlformats.org/drawingml/2006/main">
            <a:pPr algn="r">
              <a:lnSpc>
                <a:spcPct val="108000"/>
              </a:lnSpc>
              <a:buNone/>
              <a:defRPr sz="1350" b="0">
                <a:solidFill>
                  <a:srgbClr val="D4DDEB"/>
                </a:solidFill>
                <a:latin typeface="Arial"/>
                <a:ea typeface="Arial"/>
                <a:cs typeface="Arial"/>
              </a:defRPr>
            </a:pPr>
            <a:r>
              <a:rPr sz="1350" b="0">
                <a:solidFill>
                  <a:srgbClr val="D4DDEB"/>
                </a:solidFill>
                <a:latin typeface="Arial"/>
                <a:ea typeface="Arial"/>
                <a:cs typeface="Arial"/>
              </a:rPr>
              <a:t>14</a:t>
            </a:r>
          </a:p>
        </p:txBody>
      </p:sp>
    </p:spTree>
    <p:extLst>
      <p:ext uri="{BB962C8B-B14F-4D97-AF65-F5344CB8AC3E}">
        <p14:creationId xmlns:p14="http://schemas.microsoft.com/office/powerpoint/2010/main" val="1375067417"/>
      </p:ext>
    </p:extLst>
  </p:cSld>
</p:sld>
</file>

<file path=ppt/slides/slide15.xml><?xml version="1.0" encoding="utf-8"?>
<p:sld xmlns:p="http://schemas.openxmlformats.org/presentationml/2006/main">
  <p:cSld>
    <p:bg>
      <p:bgPr>
        <a:solidFill xmlns:a="http://schemas.openxmlformats.org/drawingml/2006/main">
          <a:srgbClr val="F6F1E8"/>
        </a:solidFill>
      </p:bgPr>
    </p:bg>
    <p:spTree>
      <p:nvGrpSpPr>
        <p:cNvPr id="1" name=""/>
        <p:cNvGrpSpPr/>
        <p:nvPr/>
      </p:nvGrpSpPr>
      <p:grpSpPr>
        <a:xfrm xmlns:a="http://schemas.openxmlformats.org/drawingml/2006/main"/>
      </p:grpSpPr>
      <p:sp>
        <p:nvSpPr>
          <p:cNvPr id="5" name="titulo">
            <a:extLst xmlns:a="http://schemas.openxmlformats.org/drawingml/2006/main">
              <a:ext uri="{FF2B5EF4-FFF2-40B4-BE49-F238E27FC236}">
                <a16:creationId xmlns:a16="http://schemas.microsoft.com/office/drawing/2014/main" id="{E7F7DE59-D8C4-46CB-99AD-A0E3A2BAC00C}"/>
              </a:ext>
            </a:extLst>
          </p:cNvPr>
          <p:cNvSpPr>
            <a:spLocks xmlns:a="http://schemas.openxmlformats.org/drawingml/2006/main" noGrp="1"/>
          </p:cNvSpPr>
          <p:nvPr/>
        </p:nvSpPr>
        <p:spPr>
          <a:xfrm xmlns:a="http://schemas.openxmlformats.org/drawingml/2006/main">
            <a:off x="609600" y="571500"/>
            <a:ext cx="109728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050" b="1">
                <a:solidFill>
                  <a:srgbClr val="11233E"/>
                </a:solidFill>
                <a:latin typeface="Arial"/>
                <a:ea typeface="Arial"/>
                <a:cs typeface="Arial"/>
              </a:defRPr>
            </a:defPPr>
            <a:lvl1pPr algn="l">
              <a:defRPr sz="4050" b="1">
                <a:solidFill>
                  <a:srgbClr val="11233E"/>
                </a:solidFill>
                <a:latin typeface="Arial"/>
                <a:ea typeface="Arial"/>
                <a:cs typeface="Arial"/>
              </a:defRPr>
            </a:lvl1pPr>
            <a:lvl2pPr algn="l">
              <a:defRPr sz="4050" b="1">
                <a:solidFill>
                  <a:srgbClr val="11233E"/>
                </a:solidFill>
                <a:latin typeface="Arial"/>
                <a:ea typeface="Arial"/>
                <a:cs typeface="Arial"/>
              </a:defRPr>
            </a:lvl2pPr>
            <a:lvl3pPr algn="l">
              <a:defRPr sz="4050" b="1">
                <a:solidFill>
                  <a:srgbClr val="11233E"/>
                </a:solidFill>
                <a:latin typeface="Arial"/>
                <a:ea typeface="Arial"/>
                <a:cs typeface="Arial"/>
              </a:defRPr>
            </a:lvl3pPr>
            <a:lvl4pPr algn="l">
              <a:defRPr sz="4050" b="1">
                <a:solidFill>
                  <a:srgbClr val="11233E"/>
                </a:solidFill>
                <a:latin typeface="Arial"/>
                <a:ea typeface="Arial"/>
                <a:cs typeface="Arial"/>
              </a:defRPr>
            </a:lvl4pPr>
            <a:lvl5pPr algn="l">
              <a:defRPr sz="4050" b="1">
                <a:solidFill>
                  <a:srgbClr val="11233E"/>
                </a:solidFill>
                <a:latin typeface="Arial"/>
                <a:ea typeface="Arial"/>
                <a:cs typeface="Arial"/>
              </a:defRPr>
            </a:lvl5pPr>
            <a:lvl6pPr algn="l">
              <a:defRPr sz="4050" b="1">
                <a:solidFill>
                  <a:srgbClr val="11233E"/>
                </a:solidFill>
                <a:latin typeface="Arial"/>
                <a:ea typeface="Arial"/>
                <a:cs typeface="Arial"/>
              </a:defRPr>
            </a:lvl6pPr>
            <a:lvl7pPr algn="l">
              <a:defRPr sz="4050" b="1">
                <a:solidFill>
                  <a:srgbClr val="11233E"/>
                </a:solidFill>
                <a:latin typeface="Arial"/>
                <a:ea typeface="Arial"/>
                <a:cs typeface="Arial"/>
              </a:defRPr>
            </a:lvl7pPr>
            <a:lvl8pPr algn="l">
              <a:defRPr sz="4050" b="1">
                <a:solidFill>
                  <a:srgbClr val="11233E"/>
                </a:solidFill>
                <a:latin typeface="Arial"/>
                <a:ea typeface="Arial"/>
                <a:cs typeface="Arial"/>
              </a:defRPr>
            </a:lvl8pPr>
            <a:lvl9pPr algn="l">
              <a:defRPr sz="4050" b="1">
                <a:solidFill>
                  <a:srgbClr val="11233E"/>
                </a:solidFill>
                <a:latin typeface="Arial"/>
                <a:ea typeface="Arial"/>
                <a:cs typeface="Arial"/>
              </a:defRPr>
            </a:lvl9pPr>
          </a:lstStyle>
          <a:p xmlns:a="http://schemas.openxmlformats.org/drawingml/2006/main">
            <a:pPr algn="l">
              <a:lnSpc>
                <a:spcPct val="108000"/>
              </a:lnSpc>
              <a:buNone/>
              <a:defRPr sz="4050" b="1">
                <a:solidFill>
                  <a:srgbClr val="11233E"/>
                </a:solidFill>
                <a:latin typeface="Arial"/>
                <a:ea typeface="Arial"/>
                <a:cs typeface="Arial"/>
              </a:defRPr>
            </a:pPr>
            <a:r>
              <a:rPr sz="4050" b="1">
                <a:solidFill>
                  <a:srgbClr val="11233E"/>
                </a:solidFill>
                <a:latin typeface="Arial"/>
                <a:ea typeface="Arial"/>
                <a:cs typeface="Arial"/>
              </a:rPr>
              <a:t>Una transferencia gestionada</a:t>
            </a:r>
          </a:p>
        </p:txBody>
      </p:sp>
      <p:graphicFrame>
        <p:nvGraphicFramePr>
          <p:cNvPr id="2" name="">
            <a:extLst xmlns:a="http://schemas.openxmlformats.org/drawingml/2006/main">
              <a:ext uri="{FF2B5EF4-FFF2-40B4-BE49-F238E27FC236}">
                <a16:creationId xmlns:a16="http://schemas.microsoft.com/office/drawing/2014/main" id="{1C053456-FFDD-406D-A9E2-61D7FD4E08F7}"/>
              </a:ext>
            </a:extLst>
          </p:cNvPr>
          <p:cNvGraphicFramePr/>
          <p:nvPr/>
        </p:nvGraphicFramePr>
        <p:xfrm>
          <a:off xmlns:a="http://schemas.openxmlformats.org/drawingml/2006/main" x="609600" y="1990725"/>
          <a:ext xmlns:a="http://schemas.openxmlformats.org/drawingml/2006/main" cx="10972800" cy="3476625"/>
        </p:xfrm>
        <a:graphic xmlns:a="http://schemas.openxmlformats.org/drawingml/2006/main">
          <a:graphicData uri="http://schemas.openxmlformats.org/drawingml/2006/table">
            <a:tbl>
              <a:tblPr firstRow="1" bandRow="0"/>
              <a:tblGrid>
                <a:gridCol w="2667000"/>
                <a:gridCol w="8305800"/>
              </a:tblGrid>
              <a:tr h="579438">
                <a:tc>
                  <a:txBody>
                    <a:bodyPr>
                      <a:noAutofit/>
                    </a:bodyPr>
                    <a:lstStyle/>
                    <a:p>
                      <a:r>
                        <a:rPr sz="2325" b="1">
                          <a:solidFill>
                            <a:srgbClr val="F6F1E8"/>
                          </a:solidFill>
                          <a:latin typeface="Arial"/>
                          <a:ea typeface="Arial"/>
                          <a:cs typeface="Arial"/>
                        </a:rPr>
                        <a:t>Momento</a:t>
                      </a:r>
                    </a:p>
                  </a:txBody>
                  <a:tcPr marL="133350" marR="133350" marT="76200" marB="76200" anchor="ctr">
                    <a:lnL w="7620">
                      <a:solidFill>
                        <a:srgbClr val="C9C4BA"/>
                      </a:solidFill>
                      <a:prstDash val="solid"/>
                    </a:lnL>
                    <a:lnR w="7620">
                      <a:solidFill>
                        <a:srgbClr val="C9C4BA"/>
                      </a:solidFill>
                      <a:prstDash val="solid"/>
                    </a:lnR>
                    <a:lnT w="7620">
                      <a:solidFill>
                        <a:srgbClr val="C9C4BA"/>
                      </a:solidFill>
                      <a:prstDash val="solid"/>
                    </a:lnT>
                    <a:lnB w="7620">
                      <a:solidFill>
                        <a:srgbClr val="C9C4BA"/>
                      </a:solidFill>
                      <a:prstDash val="solid"/>
                    </a:lnB>
                    <a:solidFill>
                      <a:srgbClr val="11233E"/>
                    </a:solidFill>
                  </a:tcPr>
                </a:tc>
                <a:tc>
                  <a:txBody>
                    <a:bodyPr>
                      <a:noAutofit/>
                    </a:bodyPr>
                    <a:lstStyle/>
                    <a:p>
                      <a:r>
                        <a:rPr sz="2325" b="1">
                          <a:solidFill>
                            <a:srgbClr val="F6F1E8"/>
                          </a:solidFill>
                          <a:latin typeface="Arial"/>
                          <a:ea typeface="Arial"/>
                          <a:cs typeface="Arial"/>
                        </a:rPr>
                        <a:t>Respuesta del ejemplo</a:t>
                      </a:r>
                    </a:p>
                  </a:txBody>
                  <a:tcPr marL="133350" marR="133350" marT="76200" marB="76200" anchor="ctr">
                    <a:lnR w="7620">
                      <a:solidFill>
                        <a:srgbClr val="C9C4BA"/>
                      </a:solidFill>
                      <a:prstDash val="solid"/>
                    </a:lnR>
                    <a:lnT w="7620">
                      <a:solidFill>
                        <a:srgbClr val="C9C4BA"/>
                      </a:solidFill>
                      <a:prstDash val="solid"/>
                    </a:lnT>
                    <a:lnB w="7620">
                      <a:solidFill>
                        <a:srgbClr val="C9C4BA"/>
                      </a:solidFill>
                      <a:prstDash val="solid"/>
                    </a:lnB>
                    <a:solidFill>
                      <a:srgbClr val="11233E"/>
                    </a:solidFill>
                  </a:tcPr>
                </a:tc>
              </a:tr>
              <a:tr h="579438">
                <a:tc>
                  <a:txBody>
                    <a:bodyPr>
                      <a:noAutofit/>
                    </a:bodyPr>
                    <a:lstStyle/>
                    <a:p>
                      <a:r>
                        <a:rPr sz="2325" b="0">
                          <a:solidFill>
                            <a:srgbClr val="11233E"/>
                          </a:solidFill>
                          <a:latin typeface="Arial"/>
                          <a:ea typeface="Arial"/>
                          <a:cs typeface="Arial"/>
                        </a:rPr>
                        <a:t>Necesidad</a:t>
                      </a:r>
                    </a:p>
                  </a:txBody>
                  <a:tcPr marL="133350" marR="133350" marT="76200" marB="76200" anchor="ctr">
                    <a:lnL w="7620">
                      <a:solidFill>
                        <a:srgbClr val="C9C4BA"/>
                      </a:solidFill>
                      <a:prstDash val="solid"/>
                    </a:lnL>
                    <a:lnR w="7620">
                      <a:solidFill>
                        <a:srgbClr val="C9C4BA"/>
                      </a:solidFill>
                      <a:prstDash val="solid"/>
                    </a:lnR>
                    <a:lnB w="7620">
                      <a:solidFill>
                        <a:srgbClr val="C9C4BA"/>
                      </a:solidFill>
                      <a:prstDash val="solid"/>
                    </a:lnB>
                    <a:solidFill>
                      <a:srgbClr val="F6F1E8"/>
                    </a:solidFill>
                  </a:tcPr>
                </a:tc>
                <a:tc>
                  <a:txBody>
                    <a:bodyPr>
                      <a:noAutofit/>
                    </a:bodyPr>
                    <a:lstStyle/>
                    <a:p>
                      <a:r>
                        <a:rPr sz="2325" b="0">
                          <a:solidFill>
                            <a:srgbClr val="11233E"/>
                          </a:solidFill>
                          <a:latin typeface="Arial"/>
                          <a:ea typeface="Arial"/>
                          <a:cs typeface="Arial"/>
                        </a:rPr>
                        <a:t>ceder una entrada.</a:t>
                      </a:r>
                    </a:p>
                  </a:txBody>
                  <a:tcPr marL="133350" marR="133350" marT="76200" marB="76200" anchor="ctr">
                    <a:lnR w="7620">
                      <a:solidFill>
                        <a:srgbClr val="C9C4BA"/>
                      </a:solidFill>
                      <a:prstDash val="solid"/>
                    </a:lnR>
                    <a:lnB w="7620">
                      <a:solidFill>
                        <a:srgbClr val="C9C4BA"/>
                      </a:solidFill>
                      <a:prstDash val="solid"/>
                    </a:lnB>
                    <a:solidFill>
                      <a:srgbClr val="F6F1E8"/>
                    </a:solidFill>
                  </a:tcPr>
                </a:tc>
              </a:tr>
              <a:tr h="579438">
                <a:tc>
                  <a:txBody>
                    <a:bodyPr>
                      <a:noAutofit/>
                    </a:bodyPr>
                    <a:lstStyle/>
                    <a:p>
                      <a:r>
                        <a:rPr sz="2325" b="0">
                          <a:solidFill>
                            <a:srgbClr val="11233E"/>
                          </a:solidFill>
                          <a:latin typeface="Arial"/>
                          <a:ea typeface="Arial"/>
                          <a:cs typeface="Arial"/>
                        </a:rPr>
                        <a:t>Decisión</a:t>
                      </a:r>
                    </a:p>
                  </a:txBody>
                  <a:tcPr marL="133350" marR="133350" marT="76200" marB="76200" anchor="ctr">
                    <a:lnL w="7620">
                      <a:solidFill>
                        <a:srgbClr val="C9C4BA"/>
                      </a:solidFill>
                      <a:prstDash val="solid"/>
                    </a:lnL>
                    <a:lnR w="7620">
                      <a:solidFill>
                        <a:srgbClr val="C9C4BA"/>
                      </a:solidFill>
                      <a:prstDash val="solid"/>
                    </a:lnR>
                    <a:lnB w="7620">
                      <a:solidFill>
                        <a:srgbClr val="C9C4BA"/>
                      </a:solidFill>
                      <a:prstDash val="solid"/>
                    </a:lnB>
                    <a:solidFill>
                      <a:srgbClr val="F6F1E8"/>
                    </a:solidFill>
                  </a:tcPr>
                </a:tc>
                <a:tc>
                  <a:txBody>
                    <a:bodyPr>
                      <a:noAutofit/>
                    </a:bodyPr>
                    <a:lstStyle/>
                    <a:p>
                      <a:r>
                        <a:rPr sz="2325" b="0">
                          <a:solidFill>
                            <a:srgbClr val="11233E"/>
                          </a:solidFill>
                          <a:latin typeface="Arial"/>
                          <a:ea typeface="Arial"/>
                          <a:cs typeface="Arial"/>
                        </a:rPr>
                        <a:t>conservar un único derecho de acceso.</a:t>
                      </a:r>
                    </a:p>
                  </a:txBody>
                  <a:tcPr marL="133350" marR="133350" marT="76200" marB="76200" anchor="ctr">
                    <a:lnR w="7620">
                      <a:solidFill>
                        <a:srgbClr val="C9C4BA"/>
                      </a:solidFill>
                      <a:prstDash val="solid"/>
                    </a:lnR>
                    <a:lnB w="7620">
                      <a:solidFill>
                        <a:srgbClr val="C9C4BA"/>
                      </a:solidFill>
                      <a:prstDash val="solid"/>
                    </a:lnB>
                    <a:solidFill>
                      <a:srgbClr val="F6F1E8"/>
                    </a:solidFill>
                  </a:tcPr>
                </a:tc>
              </a:tr>
              <a:tr h="579438">
                <a:tc>
                  <a:txBody>
                    <a:bodyPr>
                      <a:noAutofit/>
                    </a:bodyPr>
                    <a:lstStyle/>
                    <a:p>
                      <a:r>
                        <a:rPr sz="2325" b="0">
                          <a:solidFill>
                            <a:srgbClr val="11233E"/>
                          </a:solidFill>
                          <a:latin typeface="Arial"/>
                          <a:ea typeface="Arial"/>
                          <a:cs typeface="Arial"/>
                        </a:rPr>
                        <a:t>Cambio</a:t>
                      </a:r>
                    </a:p>
                  </a:txBody>
                  <a:tcPr marL="133350" marR="133350" marT="76200" marB="76200" anchor="ctr">
                    <a:lnL w="7620">
                      <a:solidFill>
                        <a:srgbClr val="C9C4BA"/>
                      </a:solidFill>
                      <a:prstDash val="solid"/>
                    </a:lnL>
                    <a:lnR w="7620">
                      <a:solidFill>
                        <a:srgbClr val="C9C4BA"/>
                      </a:solidFill>
                      <a:prstDash val="solid"/>
                    </a:lnR>
                    <a:lnB w="7620">
                      <a:solidFill>
                        <a:srgbClr val="C9C4BA"/>
                      </a:solidFill>
                      <a:prstDash val="solid"/>
                    </a:lnB>
                    <a:solidFill>
                      <a:srgbClr val="F6F1E8"/>
                    </a:solidFill>
                  </a:tcPr>
                </a:tc>
                <a:tc>
                  <a:txBody>
                    <a:bodyPr>
                      <a:noAutofit/>
                    </a:bodyPr>
                    <a:lstStyle/>
                    <a:p>
                      <a:r>
                        <a:rPr sz="2325" b="0">
                          <a:solidFill>
                            <a:srgbClr val="11233E"/>
                          </a:solidFill>
                          <a:latin typeface="Arial"/>
                          <a:ea typeface="Arial"/>
                          <a:cs typeface="Arial"/>
                        </a:rPr>
                        <a:t>actualizar titular e invalidar el QR previo.</a:t>
                      </a:r>
                    </a:p>
                  </a:txBody>
                  <a:tcPr marL="133350" marR="133350" marT="76200" marB="76200" anchor="ctr">
                    <a:lnR w="7620">
                      <a:solidFill>
                        <a:srgbClr val="C9C4BA"/>
                      </a:solidFill>
                      <a:prstDash val="solid"/>
                    </a:lnR>
                    <a:lnB w="7620">
                      <a:solidFill>
                        <a:srgbClr val="C9C4BA"/>
                      </a:solidFill>
                      <a:prstDash val="solid"/>
                    </a:lnB>
                    <a:solidFill>
                      <a:srgbClr val="F6F1E8"/>
                    </a:solidFill>
                  </a:tcPr>
                </a:tc>
              </a:tr>
              <a:tr h="579438">
                <a:tc>
                  <a:txBody>
                    <a:bodyPr>
                      <a:noAutofit/>
                    </a:bodyPr>
                    <a:lstStyle/>
                    <a:p>
                      <a:r>
                        <a:rPr sz="2325" b="0">
                          <a:solidFill>
                            <a:srgbClr val="11233E"/>
                          </a:solidFill>
                          <a:latin typeface="Arial"/>
                          <a:ea typeface="Arial"/>
                          <a:cs typeface="Arial"/>
                        </a:rPr>
                        <a:t>Prueba</a:t>
                      </a:r>
                    </a:p>
                  </a:txBody>
                  <a:tcPr marL="133350" marR="133350" marT="76200" marB="76200" anchor="ctr">
                    <a:lnL w="7620">
                      <a:solidFill>
                        <a:srgbClr val="C9C4BA"/>
                      </a:solidFill>
                      <a:prstDash val="solid"/>
                    </a:lnL>
                    <a:lnR w="7620">
                      <a:solidFill>
                        <a:srgbClr val="C9C4BA"/>
                      </a:solidFill>
                      <a:prstDash val="solid"/>
                    </a:lnR>
                    <a:lnB w="7620">
                      <a:solidFill>
                        <a:srgbClr val="C9C4BA"/>
                      </a:solidFill>
                      <a:prstDash val="solid"/>
                    </a:lnB>
                    <a:solidFill>
                      <a:srgbClr val="F6F1E8"/>
                    </a:solidFill>
                  </a:tcPr>
                </a:tc>
                <a:tc>
                  <a:txBody>
                    <a:bodyPr>
                      <a:noAutofit/>
                    </a:bodyPr>
                    <a:lstStyle/>
                    <a:p>
                      <a:r>
                        <a:rPr sz="2325" b="0">
                          <a:solidFill>
                            <a:srgbClr val="11233E"/>
                          </a:solidFill>
                          <a:latin typeface="Arial"/>
                          <a:ea typeface="Arial"/>
                          <a:cs typeface="Arial"/>
                        </a:rPr>
                        <a:t>comprobar estados y concurrencia.</a:t>
                      </a:r>
                    </a:p>
                  </a:txBody>
                  <a:tcPr marL="133350" marR="133350" marT="76200" marB="76200" anchor="ctr">
                    <a:lnR w="7620">
                      <a:solidFill>
                        <a:srgbClr val="C9C4BA"/>
                      </a:solidFill>
                      <a:prstDash val="solid"/>
                    </a:lnR>
                    <a:lnB w="7620">
                      <a:solidFill>
                        <a:srgbClr val="C9C4BA"/>
                      </a:solidFill>
                      <a:prstDash val="solid"/>
                    </a:lnB>
                    <a:solidFill>
                      <a:srgbClr val="F6F1E8"/>
                    </a:solidFill>
                  </a:tcPr>
                </a:tc>
              </a:tr>
              <a:tr h="579438">
                <a:tc>
                  <a:txBody>
                    <a:bodyPr>
                      <a:noAutofit/>
                    </a:bodyPr>
                    <a:lstStyle/>
                    <a:p>
                      <a:r>
                        <a:rPr sz="2325" b="0">
                          <a:solidFill>
                            <a:srgbClr val="11233E"/>
                          </a:solidFill>
                          <a:latin typeface="Arial"/>
                          <a:ea typeface="Arial"/>
                          <a:cs typeface="Arial"/>
                        </a:rPr>
                        <a:t>Cierre</a:t>
                      </a:r>
                    </a:p>
                  </a:txBody>
                  <a:tcPr marL="133350" marR="133350" marT="76200" marB="76200" anchor="ctr">
                    <a:lnL w="7620">
                      <a:solidFill>
                        <a:srgbClr val="C9C4BA"/>
                      </a:solidFill>
                      <a:prstDash val="solid"/>
                    </a:lnL>
                    <a:lnR w="7620">
                      <a:solidFill>
                        <a:srgbClr val="C9C4BA"/>
                      </a:solidFill>
                      <a:prstDash val="solid"/>
                    </a:lnR>
                    <a:lnB w="7620">
                      <a:solidFill>
                        <a:srgbClr val="C9C4BA"/>
                      </a:solidFill>
                      <a:prstDash val="solid"/>
                    </a:lnB>
                    <a:solidFill>
                      <a:srgbClr val="F6F1E8"/>
                    </a:solidFill>
                  </a:tcPr>
                </a:tc>
                <a:tc>
                  <a:txBody>
                    <a:bodyPr>
                      <a:noAutofit/>
                    </a:bodyPr>
                    <a:lstStyle/>
                    <a:p>
                      <a:r>
                        <a:rPr sz="2325" b="0">
                          <a:solidFill>
                            <a:srgbClr val="11233E"/>
                          </a:solidFill>
                          <a:latin typeface="Arial"/>
                          <a:ea typeface="Arial"/>
                          <a:cs typeface="Arial"/>
                        </a:rPr>
                        <a:t>publicar, registrar y seguir el resultado.</a:t>
                      </a:r>
                    </a:p>
                  </a:txBody>
                  <a:tcPr marL="133350" marR="133350" marT="76200" marB="76200" anchor="ctr">
                    <a:lnR w="7620">
                      <a:solidFill>
                        <a:srgbClr val="C9C4BA"/>
                      </a:solidFill>
                      <a:prstDash val="solid"/>
                    </a:lnR>
                    <a:lnB w="7620">
                      <a:solidFill>
                        <a:srgbClr val="C9C4BA"/>
                      </a:solidFill>
                      <a:prstDash val="solid"/>
                    </a:lnB>
                    <a:solidFill>
                      <a:srgbClr val="F6F1E8"/>
                    </a:solidFill>
                  </a:tcPr>
                </a:tc>
              </a:tr>
            </a:tbl>
          </a:graphicData>
        </a:graphic>
      </p:graphicFrame>
      <p:sp>
        <p:nvSpPr>
          <p:cNvPr id="3" name="ejemplo-visible">
            <a:extLst xmlns:a="http://schemas.openxmlformats.org/drawingml/2006/main">
              <a:ext uri="{FF2B5EF4-FFF2-40B4-BE49-F238E27FC236}">
                <a16:creationId xmlns:a16="http://schemas.microsoft.com/office/drawing/2014/main" id="{D3A4FE8F-4A93-4C74-8540-F7B0231462C8}"/>
              </a:ext>
            </a:extLst>
          </p:cNvPr>
          <p:cNvSpPr>
            <a:spLocks xmlns:a="http://schemas.openxmlformats.org/drawingml/2006/main" noGrp="1"/>
          </p:cNvSpPr>
          <p:nvPr/>
        </p:nvSpPr>
        <p:spPr>
          <a:xfrm xmlns:a="http://schemas.openxmlformats.org/drawingml/2006/main">
            <a:off x="609600" y="5781675"/>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A75C32"/>
                </a:solidFill>
                <a:latin typeface="Arial"/>
                <a:ea typeface="Arial"/>
                <a:cs typeface="Arial"/>
              </a:defRPr>
            </a:defPPr>
            <a:lvl1pPr algn="l">
              <a:defRPr sz="2175" b="0">
                <a:solidFill>
                  <a:srgbClr val="A75C32"/>
                </a:solidFill>
                <a:latin typeface="Arial"/>
                <a:ea typeface="Arial"/>
                <a:cs typeface="Arial"/>
              </a:defRPr>
            </a:lvl1pPr>
            <a:lvl2pPr algn="l">
              <a:defRPr sz="2175" b="0">
                <a:solidFill>
                  <a:srgbClr val="A75C32"/>
                </a:solidFill>
                <a:latin typeface="Arial"/>
                <a:ea typeface="Arial"/>
                <a:cs typeface="Arial"/>
              </a:defRPr>
            </a:lvl2pPr>
            <a:lvl3pPr algn="l">
              <a:defRPr sz="2175" b="0">
                <a:solidFill>
                  <a:srgbClr val="A75C32"/>
                </a:solidFill>
                <a:latin typeface="Arial"/>
                <a:ea typeface="Arial"/>
                <a:cs typeface="Arial"/>
              </a:defRPr>
            </a:lvl3pPr>
            <a:lvl4pPr algn="l">
              <a:defRPr sz="2175" b="0">
                <a:solidFill>
                  <a:srgbClr val="A75C32"/>
                </a:solidFill>
                <a:latin typeface="Arial"/>
                <a:ea typeface="Arial"/>
                <a:cs typeface="Arial"/>
              </a:defRPr>
            </a:lvl4pPr>
            <a:lvl5pPr algn="l">
              <a:defRPr sz="2175" b="0">
                <a:solidFill>
                  <a:srgbClr val="A75C32"/>
                </a:solidFill>
                <a:latin typeface="Arial"/>
                <a:ea typeface="Arial"/>
                <a:cs typeface="Arial"/>
              </a:defRPr>
            </a:lvl5pPr>
            <a:lvl6pPr algn="l">
              <a:defRPr sz="2175" b="0">
                <a:solidFill>
                  <a:srgbClr val="A75C32"/>
                </a:solidFill>
                <a:latin typeface="Arial"/>
                <a:ea typeface="Arial"/>
                <a:cs typeface="Arial"/>
              </a:defRPr>
            </a:lvl6pPr>
            <a:lvl7pPr algn="l">
              <a:defRPr sz="2175" b="0">
                <a:solidFill>
                  <a:srgbClr val="A75C32"/>
                </a:solidFill>
                <a:latin typeface="Arial"/>
                <a:ea typeface="Arial"/>
                <a:cs typeface="Arial"/>
              </a:defRPr>
            </a:lvl7pPr>
            <a:lvl8pPr algn="l">
              <a:defRPr sz="2175" b="0">
                <a:solidFill>
                  <a:srgbClr val="A75C32"/>
                </a:solidFill>
                <a:latin typeface="Arial"/>
                <a:ea typeface="Arial"/>
                <a:cs typeface="Arial"/>
              </a:defRPr>
            </a:lvl8pPr>
            <a:lvl9pPr algn="l">
              <a:defRPr sz="2175" b="0">
                <a:solidFill>
                  <a:srgbClr val="A75C32"/>
                </a:solidFill>
                <a:latin typeface="Arial"/>
                <a:ea typeface="Arial"/>
                <a:cs typeface="Arial"/>
              </a:defRPr>
            </a:lvl9pPr>
          </a:lstStyle>
          <a:p xmlns:a="http://schemas.openxmlformats.org/drawingml/2006/main">
            <a:pPr algn="l">
              <a:lnSpc>
                <a:spcPct val="108000"/>
              </a:lnSpc>
              <a:buNone/>
              <a:defRPr sz="2175" b="0">
                <a:solidFill>
                  <a:srgbClr val="A75C32"/>
                </a:solidFill>
                <a:latin typeface="Arial"/>
                <a:ea typeface="Arial"/>
                <a:cs typeface="Arial"/>
              </a:defRPr>
            </a:pPr>
            <a:r>
              <a:rPr sz="2175" b="0">
                <a:solidFill>
                  <a:srgbClr val="A75C32"/>
                </a:solidFill>
                <a:latin typeface="Arial"/>
                <a:ea typeface="Arial"/>
                <a:cs typeface="Arial"/>
              </a:rPr>
              <a:t>La capacidad nueva debe permitir transferir la entrada sin duplicar titulares, acceso ni aforo.</a:t>
            </a:r>
          </a:p>
        </p:txBody>
      </p:sp>
      <p:sp>
        <p:nvSpPr>
          <p:cNvPr id="4" name="numero-pagina">
            <a:extLst xmlns:a="http://schemas.openxmlformats.org/drawingml/2006/main">
              <a:ext uri="{FF2B5EF4-FFF2-40B4-BE49-F238E27FC236}">
                <a16:creationId xmlns:a16="http://schemas.microsoft.com/office/drawing/2014/main" id="{15D60DA1-6C0B-4AD7-A26E-225754101012}"/>
              </a:ext>
            </a:extLst>
          </p:cNvPr>
          <p:cNvSpPr>
            <a:spLocks xmlns:a="http://schemas.openxmlformats.org/drawingml/2006/main" noGrp="1"/>
          </p:cNvSpPr>
          <p:nvPr/>
        </p:nvSpPr>
        <p:spPr>
          <a:xfrm xmlns:a="http://schemas.openxmlformats.org/drawingml/2006/main">
            <a:off x="10972800" y="6400800"/>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11233E"/>
                </a:solidFill>
                <a:latin typeface="Arial"/>
                <a:ea typeface="Arial"/>
                <a:cs typeface="Arial"/>
              </a:defRPr>
            </a:defPPr>
            <a:lvl1pPr algn="r">
              <a:defRPr sz="1350" b="0">
                <a:solidFill>
                  <a:srgbClr val="11233E"/>
                </a:solidFill>
                <a:latin typeface="Arial"/>
                <a:ea typeface="Arial"/>
                <a:cs typeface="Arial"/>
              </a:defRPr>
            </a:lvl1pPr>
            <a:lvl2pPr algn="r">
              <a:defRPr sz="1350" b="0">
                <a:solidFill>
                  <a:srgbClr val="11233E"/>
                </a:solidFill>
                <a:latin typeface="Arial"/>
                <a:ea typeface="Arial"/>
                <a:cs typeface="Arial"/>
              </a:defRPr>
            </a:lvl2pPr>
            <a:lvl3pPr algn="r">
              <a:defRPr sz="1350" b="0">
                <a:solidFill>
                  <a:srgbClr val="11233E"/>
                </a:solidFill>
                <a:latin typeface="Arial"/>
                <a:ea typeface="Arial"/>
                <a:cs typeface="Arial"/>
              </a:defRPr>
            </a:lvl3pPr>
            <a:lvl4pPr algn="r">
              <a:defRPr sz="1350" b="0">
                <a:solidFill>
                  <a:srgbClr val="11233E"/>
                </a:solidFill>
                <a:latin typeface="Arial"/>
                <a:ea typeface="Arial"/>
                <a:cs typeface="Arial"/>
              </a:defRPr>
            </a:lvl4pPr>
            <a:lvl5pPr algn="r">
              <a:defRPr sz="1350" b="0">
                <a:solidFill>
                  <a:srgbClr val="11233E"/>
                </a:solidFill>
                <a:latin typeface="Arial"/>
                <a:ea typeface="Arial"/>
                <a:cs typeface="Arial"/>
              </a:defRPr>
            </a:lvl5pPr>
            <a:lvl6pPr algn="r">
              <a:defRPr sz="1350" b="0">
                <a:solidFill>
                  <a:srgbClr val="11233E"/>
                </a:solidFill>
                <a:latin typeface="Arial"/>
                <a:ea typeface="Arial"/>
                <a:cs typeface="Arial"/>
              </a:defRPr>
            </a:lvl6pPr>
            <a:lvl7pPr algn="r">
              <a:defRPr sz="1350" b="0">
                <a:solidFill>
                  <a:srgbClr val="11233E"/>
                </a:solidFill>
                <a:latin typeface="Arial"/>
                <a:ea typeface="Arial"/>
                <a:cs typeface="Arial"/>
              </a:defRPr>
            </a:lvl7pPr>
            <a:lvl8pPr algn="r">
              <a:defRPr sz="1350" b="0">
                <a:solidFill>
                  <a:srgbClr val="11233E"/>
                </a:solidFill>
                <a:latin typeface="Arial"/>
                <a:ea typeface="Arial"/>
                <a:cs typeface="Arial"/>
              </a:defRPr>
            </a:lvl8pPr>
            <a:lvl9pPr algn="r">
              <a:defRPr sz="1350" b="0">
                <a:solidFill>
                  <a:srgbClr val="11233E"/>
                </a:solidFill>
                <a:latin typeface="Arial"/>
                <a:ea typeface="Arial"/>
                <a:cs typeface="Arial"/>
              </a:defRPr>
            </a:lvl9pPr>
          </a:lstStyle>
          <a:p xmlns:a="http://schemas.openxmlformats.org/drawingml/2006/main">
            <a:pPr algn="r">
              <a:lnSpc>
                <a:spcPct val="108000"/>
              </a:lnSpc>
              <a:buNone/>
              <a:defRPr sz="1350" b="0">
                <a:solidFill>
                  <a:srgbClr val="11233E"/>
                </a:solidFill>
                <a:latin typeface="Arial"/>
                <a:ea typeface="Arial"/>
                <a:cs typeface="Arial"/>
              </a:defRPr>
            </a:pPr>
            <a:r>
              <a:rPr sz="1350" b="0">
                <a:solidFill>
                  <a:srgbClr val="11233E"/>
                </a:solidFill>
                <a:latin typeface="Arial"/>
                <a:ea typeface="Arial"/>
                <a:cs typeface="Arial"/>
              </a:rPr>
              <a:t>15</a:t>
            </a:r>
          </a:p>
        </p:txBody>
      </p:sp>
    </p:spTree>
    <p:extLst>
      <p:ext uri="{BB962C8B-B14F-4D97-AF65-F5344CB8AC3E}">
        <p14:creationId xmlns:p14="http://schemas.microsoft.com/office/powerpoint/2010/main" val="578941400"/>
      </p:ext>
    </p:extLst>
  </p:cSld>
</p:sld>
</file>

<file path=ppt/slides/slide16.xml><?xml version="1.0" encoding="utf-8"?>
<p:sld xmlns:p="http://schemas.openxmlformats.org/presentationml/2006/main">
  <p:cSld>
    <p:bg>
      <p:bgPr>
        <a:solidFill xmlns:a="http://schemas.openxmlformats.org/drawingml/2006/main">
          <a:srgbClr val="11233E"/>
        </a:solidFill>
      </p:bgPr>
    </p:bg>
    <p:spTree>
      <p:nvGrpSpPr>
        <p:cNvPr id="1" name=""/>
        <p:cNvGrpSpPr/>
        <p:nvPr/>
      </p:nvGrpSpPr>
      <p:grpSpPr>
        <a:xfrm xmlns:a="http://schemas.openxmlformats.org/drawingml/2006/main"/>
      </p:grpSpPr>
      <p:sp>
        <p:nvSpPr>
          <p:cNvPr id="6" name="titulo-16">
            <a:extLst xmlns:a="http://schemas.openxmlformats.org/drawingml/2006/main">
              <a:ext uri="{FF2B5EF4-FFF2-40B4-BE49-F238E27FC236}">
                <a16:creationId xmlns:a16="http://schemas.microsoft.com/office/drawing/2014/main" id="{199FEDC6-A5A5-477E-B3F0-E3DE06C5C9B3}"/>
              </a:ext>
            </a:extLst>
          </p:cNvPr>
          <p:cNvSpPr>
            <a:spLocks xmlns:a="http://schemas.openxmlformats.org/drawingml/2006/main" noGrp="1"/>
          </p:cNvSpPr>
          <p:nvPr/>
        </p:nvSpPr>
        <p:spPr>
          <a:xfrm xmlns:a="http://schemas.openxmlformats.org/drawingml/2006/main">
            <a:off x="609600" y="571500"/>
            <a:ext cx="109728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050" b="1">
                <a:solidFill>
                  <a:srgbClr val="F6F1E8"/>
                </a:solidFill>
                <a:latin typeface="Arial"/>
                <a:ea typeface="Arial"/>
                <a:cs typeface="Arial"/>
              </a:defRPr>
            </a:defPPr>
          </a:lstStyle>
          <a:p xmlns:a="http://schemas.openxmlformats.org/drawingml/2006/main">
            <a:pPr algn="l">
              <a:lnSpc>
                <a:spcPct val="108000"/>
              </a:lnSpc>
              <a:buNone/>
              <a:defRPr sz="4050" b="1">
                <a:solidFill>
                  <a:srgbClr val="F6F1E8"/>
                </a:solidFill>
                <a:latin typeface="Arial"/>
                <a:ea typeface="Arial"/>
                <a:cs typeface="Arial"/>
              </a:defRPr>
            </a:pPr>
            <a:r>
              <a:rPr sz="4050" b="1">
                <a:solidFill>
                  <a:srgbClr val="F6F1E8"/>
                </a:solidFill>
                <a:latin typeface="Arial"/>
                <a:ea typeface="Arial"/>
                <a:cs typeface="Arial"/>
              </a:rPr>
              <a:t>Tres solicitudes, una intervención</a:t>
            </a:r>
          </a:p>
        </p:txBody>
      </p:sp>
      <p:sp>
        <p:nvSpPr>
          <p:cNvPr id="2" name="contenido-1">
            <a:extLst xmlns:a="http://schemas.openxmlformats.org/drawingml/2006/main">
              <a:ext uri="{FF2B5EF4-FFF2-40B4-BE49-F238E27FC236}">
                <a16:creationId xmlns:a16="http://schemas.microsoft.com/office/drawing/2014/main" id="{D80BA47D-E7C9-4E58-B08E-B25F4BC689AD}"/>
              </a:ext>
            </a:extLst>
          </p:cNvPr>
          <p:cNvSpPr>
            <a:spLocks xmlns:a="http://schemas.openxmlformats.org/drawingml/2006/main" noGrp="1"/>
          </p:cNvSpPr>
          <p:nvPr/>
        </p:nvSpPr>
        <p:spPr>
          <a:xfrm xmlns:a="http://schemas.openxmlformats.org/drawingml/2006/main">
            <a:off x="609600" y="2047875"/>
            <a:ext cx="10972800" cy="4819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1">
                <a:solidFill>
                  <a:srgbClr val="F6F1E8"/>
                </a:solidFill>
                <a:latin typeface="Arial"/>
                <a:ea typeface="Arial"/>
                <a:cs typeface="Arial"/>
              </a:defRPr>
            </a:defPPr>
          </a:lstStyle>
          <a:p xmlns:a="http://schemas.openxmlformats.org/drawingml/2006/main">
            <a:pPr algn="l">
              <a:lnSpc>
                <a:spcPct val="108000"/>
              </a:lnSpc>
              <a:buNone/>
              <a:defRPr sz="2850" b="1">
                <a:solidFill>
                  <a:srgbClr val="F6F1E8"/>
                </a:solidFill>
                <a:latin typeface="Arial"/>
                <a:ea typeface="Arial"/>
                <a:cs typeface="Arial"/>
              </a:defRPr>
            </a:pPr>
            <a:r>
              <a:rPr sz="2850" b="1">
                <a:solidFill>
                  <a:srgbClr val="F6F1E8"/>
                </a:solidFill>
                <a:latin typeface="Arial"/>
                <a:ea typeface="Arial"/>
                <a:cs typeface="Arial"/>
              </a:rPr>
              <a:t>#10 Liberar el comando: implementada.</a:t>
            </a:r>
          </a:p>
        </p:txBody>
      </p:sp>
      <p:sp>
        <p:nvSpPr>
          <p:cNvPr id="3" name="contenido-2">
            <a:extLst xmlns:a="http://schemas.openxmlformats.org/drawingml/2006/main">
              <a:ext uri="{FF2B5EF4-FFF2-40B4-BE49-F238E27FC236}">
                <a16:creationId xmlns:a16="http://schemas.microsoft.com/office/drawing/2014/main" id="{FCF06C42-0D8B-40F3-93E8-E04731A43A15}"/>
              </a:ext>
            </a:extLst>
          </p:cNvPr>
          <p:cNvSpPr>
            <a:spLocks xmlns:a="http://schemas.openxmlformats.org/drawingml/2006/main" noGrp="1"/>
          </p:cNvSpPr>
          <p:nvPr/>
        </p:nvSpPr>
        <p:spPr>
          <a:xfrm xmlns:a="http://schemas.openxmlformats.org/drawingml/2006/main">
            <a:off x="609600" y="2815590"/>
            <a:ext cx="10972800" cy="4819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0">
                <a:solidFill>
                  <a:srgbClr val="F6F1E8"/>
                </a:solidFill>
                <a:latin typeface="Arial"/>
                <a:ea typeface="Arial"/>
                <a:cs typeface="Arial"/>
              </a:defRPr>
            </a:defPPr>
          </a:lstStyle>
          <a:p xmlns:a="http://schemas.openxmlformats.org/drawingml/2006/main">
            <a:pPr algn="l">
              <a:lnSpc>
                <a:spcPct val="108000"/>
              </a:lnSpc>
              <a:buNone/>
              <a:defRPr sz="2850" b="0">
                <a:solidFill>
                  <a:srgbClr val="F6F1E8"/>
                </a:solidFill>
                <a:latin typeface="Arial"/>
                <a:ea typeface="Arial"/>
                <a:cs typeface="Arial"/>
              </a:defRPr>
            </a:pPr>
            <a:r>
              <a:rPr sz="2850" b="0">
                <a:solidFill>
                  <a:srgbClr val="F6F1E8"/>
                </a:solidFill>
                <a:latin typeface="Arial"/>
                <a:ea typeface="Arial"/>
                <a:cs typeface="Arial"/>
              </a:rPr>
              <a:t>#11 Validar nulos: propuesta pendiente.</a:t>
            </a:r>
          </a:p>
        </p:txBody>
      </p:sp>
      <p:sp>
        <p:nvSpPr>
          <p:cNvPr id="4" name="contenido-3">
            <a:extLst xmlns:a="http://schemas.openxmlformats.org/drawingml/2006/main">
              <a:ext uri="{FF2B5EF4-FFF2-40B4-BE49-F238E27FC236}">
                <a16:creationId xmlns:a16="http://schemas.microsoft.com/office/drawing/2014/main" id="{050474A4-E59C-4C1A-A4C8-7DAC9CCEA953}"/>
              </a:ext>
            </a:extLst>
          </p:cNvPr>
          <p:cNvSpPr>
            <a:spLocks xmlns:a="http://schemas.openxmlformats.org/drawingml/2006/main" noGrp="1"/>
          </p:cNvSpPr>
          <p:nvPr/>
        </p:nvSpPr>
        <p:spPr>
          <a:xfrm xmlns:a="http://schemas.openxmlformats.org/drawingml/2006/main">
            <a:off x="609600" y="3583305"/>
            <a:ext cx="10972800" cy="4819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0">
                <a:solidFill>
                  <a:srgbClr val="F6F1E8"/>
                </a:solidFill>
                <a:latin typeface="Arial"/>
                <a:ea typeface="Arial"/>
                <a:cs typeface="Arial"/>
              </a:defRPr>
            </a:defPPr>
          </a:lstStyle>
          <a:p xmlns:a="http://schemas.openxmlformats.org/drawingml/2006/main">
            <a:pPr algn="l">
              <a:lnSpc>
                <a:spcPct val="108000"/>
              </a:lnSpc>
              <a:buNone/>
              <a:defRPr sz="2850" b="0">
                <a:solidFill>
                  <a:srgbClr val="F6F1E8"/>
                </a:solidFill>
                <a:latin typeface="Arial"/>
                <a:ea typeface="Arial"/>
                <a:cs typeface="Arial"/>
              </a:defRPr>
            </a:pPr>
            <a:r>
              <a:rPr sz="2850" b="0">
                <a:solidFill>
                  <a:srgbClr val="F6F1E8"/>
                </a:solidFill>
                <a:latin typeface="Arial"/>
                <a:ea typeface="Arial"/>
                <a:cs typeface="Arial"/>
              </a:rPr>
              <a:t>#12 Configurar espera: propuesta pendiente.</a:t>
            </a:r>
          </a:p>
        </p:txBody>
      </p:sp>
      <p:sp>
        <p:nvSpPr>
          <p:cNvPr id="5" name="pie-16">
            <a:extLst xmlns:a="http://schemas.openxmlformats.org/drawingml/2006/main">
              <a:ext uri="{FF2B5EF4-FFF2-40B4-BE49-F238E27FC236}">
                <a16:creationId xmlns:a16="http://schemas.microsoft.com/office/drawing/2014/main" id="{670C5BF3-9145-434D-8692-56F0E08CDAA5}"/>
              </a:ext>
            </a:extLst>
          </p:cNvPr>
          <p:cNvSpPr>
            <a:spLocks xmlns:a="http://schemas.openxmlformats.org/drawingml/2006/main" noGrp="1"/>
          </p:cNvSpPr>
          <p:nvPr/>
        </p:nvSpPr>
        <p:spPr>
          <a:xfrm xmlns:a="http://schemas.openxmlformats.org/drawingml/2006/main">
            <a:off x="10972800" y="6400800"/>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D4DDEB"/>
                </a:solidFill>
                <a:latin typeface="Arial"/>
                <a:ea typeface="Arial"/>
                <a:cs typeface="Arial"/>
              </a:defRPr>
            </a:defPPr>
          </a:lstStyle>
          <a:p xmlns:a="http://schemas.openxmlformats.org/drawingml/2006/main">
            <a:pPr algn="r">
              <a:lnSpc>
                <a:spcPct val="108000"/>
              </a:lnSpc>
              <a:buNone/>
              <a:defRPr sz="1350" b="0">
                <a:solidFill>
                  <a:srgbClr val="D4DDEB"/>
                </a:solidFill>
                <a:latin typeface="Arial"/>
                <a:ea typeface="Arial"/>
                <a:cs typeface="Arial"/>
              </a:defRPr>
            </a:pPr>
            <a:r>
              <a:rPr sz="1350" b="0">
                <a:solidFill>
                  <a:srgbClr val="D4DDEB"/>
                </a:solidFill>
                <a:latin typeface="Arial"/>
                <a:ea typeface="Arial"/>
                <a:cs typeface="Arial"/>
              </a:rPr>
              <a:t>16</a:t>
            </a:r>
          </a:p>
        </p:txBody>
      </p:sp>
    </p:spTree>
    <p:extLst>
      <p:ext uri="{BB962C8B-B14F-4D97-AF65-F5344CB8AC3E}">
        <p14:creationId xmlns:p14="http://schemas.microsoft.com/office/powerpoint/2010/main" val="1137411304"/>
      </p:ext>
    </p:extLst>
  </p:cSld>
</p:sld>
</file>

<file path=ppt/slides/slide17.xml><?xml version="1.0" encoding="utf-8"?>
<p:sld xmlns:p="http://schemas.openxmlformats.org/presentationml/2006/main">
  <p:cSld>
    <p:bg>
      <p:bgPr>
        <a:solidFill xmlns:a="http://schemas.openxmlformats.org/drawingml/2006/main">
          <a:srgbClr val="F6F1E8"/>
        </a:solidFill>
      </p:bgPr>
    </p:bg>
    <p:spTree>
      <p:nvGrpSpPr>
        <p:cNvPr id="1" name=""/>
        <p:cNvGrpSpPr/>
        <p:nvPr/>
      </p:nvGrpSpPr>
      <p:grpSpPr>
        <a:xfrm xmlns:a="http://schemas.openxmlformats.org/drawingml/2006/main"/>
      </p:grpSpPr>
      <p:sp>
        <p:nvSpPr>
          <p:cNvPr id="4" name="titulo-17">
            <a:extLst xmlns:a="http://schemas.openxmlformats.org/drawingml/2006/main">
              <a:ext uri="{FF2B5EF4-FFF2-40B4-BE49-F238E27FC236}">
                <a16:creationId xmlns:a16="http://schemas.microsoft.com/office/drawing/2014/main" id="{A1B4850E-6B57-4AB7-AD6A-C288F5644B34}"/>
              </a:ext>
            </a:extLst>
          </p:cNvPr>
          <p:cNvSpPr>
            <a:spLocks xmlns:a="http://schemas.openxmlformats.org/drawingml/2006/main" noGrp="1"/>
          </p:cNvSpPr>
          <p:nvPr/>
        </p:nvSpPr>
        <p:spPr>
          <a:xfrm xmlns:a="http://schemas.openxmlformats.org/drawingml/2006/main">
            <a:off x="609600" y="571500"/>
            <a:ext cx="109728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050" b="1">
                <a:solidFill>
                  <a:srgbClr val="11233E"/>
                </a:solidFill>
                <a:latin typeface="Arial"/>
                <a:ea typeface="Arial"/>
                <a:cs typeface="Arial"/>
              </a:defRPr>
            </a:defPPr>
          </a:lstStyle>
          <a:p xmlns:a="http://schemas.openxmlformats.org/drawingml/2006/main">
            <a:pPr algn="l">
              <a:lnSpc>
                <a:spcPct val="108000"/>
              </a:lnSpc>
              <a:buNone/>
              <a:defRPr sz="4050" b="1">
                <a:solidFill>
                  <a:srgbClr val="11233E"/>
                </a:solidFill>
                <a:latin typeface="Arial"/>
                <a:ea typeface="Arial"/>
                <a:cs typeface="Arial"/>
              </a:defRPr>
            </a:pPr>
            <a:r>
              <a:rPr sz="4050" b="1">
                <a:solidFill>
                  <a:srgbClr val="11233E"/>
                </a:solidFill>
                <a:latin typeface="Arial"/>
                <a:ea typeface="Arial"/>
                <a:cs typeface="Arial"/>
              </a:rPr>
              <a:t>Matriz de impacto</a:t>
            </a:r>
          </a:p>
        </p:txBody>
      </p:sp>
      <p:graphicFrame>
        <p:nvGraphicFramePr>
          <p:cNvPr id="2" name="">
            <a:extLst xmlns:a="http://schemas.openxmlformats.org/drawingml/2006/main">
              <a:ext uri="{FF2B5EF4-FFF2-40B4-BE49-F238E27FC236}">
                <a16:creationId xmlns:a16="http://schemas.microsoft.com/office/drawing/2014/main" id="{50766738-E5E6-458D-A7AD-42EE5FF83E40}"/>
              </a:ext>
            </a:extLst>
          </p:cNvPr>
          <p:cNvGraphicFramePr/>
          <p:nvPr/>
        </p:nvGraphicFramePr>
        <p:xfrm>
          <a:off xmlns:a="http://schemas.openxmlformats.org/drawingml/2006/main" x="609600" y="1952625"/>
          <a:ext xmlns:a="http://schemas.openxmlformats.org/drawingml/2006/main" cx="10972800" cy="3143250"/>
        </p:xfrm>
        <a:graphic xmlns:a="http://schemas.openxmlformats.org/drawingml/2006/main">
          <a:graphicData uri="http://schemas.openxmlformats.org/drawingml/2006/table">
            <a:tbl>
              <a:tblPr firstRow="1" bandRow="0"/>
              <a:tblGrid>
                <a:gridCol w="2476500"/>
                <a:gridCol w="3143250"/>
                <a:gridCol w="3143250"/>
                <a:gridCol w="2209800"/>
              </a:tblGrid>
              <a:tr h="785813">
                <a:tc>
                  <a:txBody>
                    <a:bodyPr>
                      <a:noAutofit/>
                    </a:bodyPr>
                    <a:lstStyle/>
                    <a:p>
                      <a:r>
                        <a:rPr sz="2100" b="1">
                          <a:solidFill>
                            <a:srgbClr val="F6F1E8"/>
                          </a:solidFill>
                          <a:latin typeface="Arial"/>
                          <a:ea typeface="Arial"/>
                          <a:cs typeface="Arial"/>
                        </a:rPr>
                        <a:t>Solicitud</a:t>
                      </a:r>
                    </a:p>
                  </a:txBody>
                  <a:tcPr marL="133350" marR="133350" marT="76200" marB="76200" anchor="ctr">
                    <a:lnL w="7620">
                      <a:solidFill>
                        <a:srgbClr val="C9C4BA"/>
                      </a:solidFill>
                      <a:prstDash val="solid"/>
                    </a:lnL>
                    <a:lnR w="7620">
                      <a:solidFill>
                        <a:srgbClr val="C9C4BA"/>
                      </a:solidFill>
                      <a:prstDash val="solid"/>
                    </a:lnR>
                    <a:lnT w="7620">
                      <a:solidFill>
                        <a:srgbClr val="C9C4BA"/>
                      </a:solidFill>
                      <a:prstDash val="solid"/>
                    </a:lnT>
                    <a:lnB w="7620">
                      <a:solidFill>
                        <a:srgbClr val="C9C4BA"/>
                      </a:solidFill>
                      <a:prstDash val="solid"/>
                    </a:lnB>
                    <a:solidFill>
                      <a:srgbClr val="11233E"/>
                    </a:solidFill>
                  </a:tcPr>
                </a:tc>
                <a:tc>
                  <a:txBody>
                    <a:bodyPr>
                      <a:noAutofit/>
                    </a:bodyPr>
                    <a:lstStyle/>
                    <a:p>
                      <a:r>
                        <a:rPr sz="2100" b="1">
                          <a:solidFill>
                            <a:srgbClr val="F6F1E8"/>
                          </a:solidFill>
                          <a:latin typeface="Arial"/>
                          <a:ea typeface="Arial"/>
                          <a:cs typeface="Arial"/>
                        </a:rPr>
                        <a:t>Qué afecta</a:t>
                      </a:r>
                    </a:p>
                  </a:txBody>
                  <a:tcPr marL="133350" marR="133350" marT="76200" marB="76200" anchor="ctr">
                    <a:lnR w="7620">
                      <a:solidFill>
                        <a:srgbClr val="C9C4BA"/>
                      </a:solidFill>
                      <a:prstDash val="solid"/>
                    </a:lnR>
                    <a:lnT w="7620">
                      <a:solidFill>
                        <a:srgbClr val="C9C4BA"/>
                      </a:solidFill>
                      <a:prstDash val="solid"/>
                    </a:lnT>
                    <a:lnB w="7620">
                      <a:solidFill>
                        <a:srgbClr val="C9C4BA"/>
                      </a:solidFill>
                      <a:prstDash val="solid"/>
                    </a:lnB>
                    <a:solidFill>
                      <a:srgbClr val="11233E"/>
                    </a:solidFill>
                  </a:tcPr>
                </a:tc>
                <a:tc>
                  <a:txBody>
                    <a:bodyPr>
                      <a:noAutofit/>
                    </a:bodyPr>
                    <a:lstStyle/>
                    <a:p>
                      <a:r>
                        <a:rPr sz="2100" b="1">
                          <a:solidFill>
                            <a:srgbClr val="F6F1E8"/>
                          </a:solidFill>
                          <a:latin typeface="Arial"/>
                          <a:ea typeface="Arial"/>
                          <a:cs typeface="Arial"/>
                        </a:rPr>
                        <a:t>Riesgo principal</a:t>
                      </a:r>
                    </a:p>
                  </a:txBody>
                  <a:tcPr marL="133350" marR="133350" marT="76200" marB="76200" anchor="ctr">
                    <a:lnR w="7620">
                      <a:solidFill>
                        <a:srgbClr val="C9C4BA"/>
                      </a:solidFill>
                      <a:prstDash val="solid"/>
                    </a:lnR>
                    <a:lnT w="7620">
                      <a:solidFill>
                        <a:srgbClr val="C9C4BA"/>
                      </a:solidFill>
                      <a:prstDash val="solid"/>
                    </a:lnT>
                    <a:lnB w="7620">
                      <a:solidFill>
                        <a:srgbClr val="C9C4BA"/>
                      </a:solidFill>
                      <a:prstDash val="solid"/>
                    </a:lnB>
                    <a:solidFill>
                      <a:srgbClr val="11233E"/>
                    </a:solidFill>
                  </a:tcPr>
                </a:tc>
                <a:tc>
                  <a:txBody>
                    <a:bodyPr>
                      <a:noAutofit/>
                    </a:bodyPr>
                    <a:lstStyle/>
                    <a:p>
                      <a:r>
                        <a:rPr sz="2100" b="1">
                          <a:solidFill>
                            <a:srgbClr val="F6F1E8"/>
                          </a:solidFill>
                          <a:latin typeface="Arial"/>
                          <a:ea typeface="Arial"/>
                          <a:cs typeface="Arial"/>
                        </a:rPr>
                        <a:t>Decisión</a:t>
                      </a:r>
                    </a:p>
                  </a:txBody>
                  <a:tcPr marL="133350" marR="133350" marT="76200" marB="76200" anchor="ctr">
                    <a:lnR w="7620">
                      <a:solidFill>
                        <a:srgbClr val="C9C4BA"/>
                      </a:solidFill>
                      <a:prstDash val="solid"/>
                    </a:lnR>
                    <a:lnT w="7620">
                      <a:solidFill>
                        <a:srgbClr val="C9C4BA"/>
                      </a:solidFill>
                      <a:prstDash val="solid"/>
                    </a:lnT>
                    <a:lnB w="7620">
                      <a:solidFill>
                        <a:srgbClr val="C9C4BA"/>
                      </a:solidFill>
                      <a:prstDash val="solid"/>
                    </a:lnB>
                    <a:solidFill>
                      <a:srgbClr val="11233E"/>
                    </a:solidFill>
                  </a:tcPr>
                </a:tc>
              </a:tr>
              <a:tr h="785813">
                <a:tc>
                  <a:txBody>
                    <a:bodyPr>
                      <a:noAutofit/>
                    </a:bodyPr>
                    <a:lstStyle/>
                    <a:p>
                      <a:r>
                        <a:rPr sz="2100" b="0">
                          <a:solidFill>
                            <a:srgbClr val="11233E"/>
                          </a:solidFill>
                          <a:latin typeface="Arial"/>
                          <a:ea typeface="Arial"/>
                          <a:cs typeface="Arial"/>
                        </a:rPr>
                        <a:t>001 · Correctiva</a:t>
                      </a:r>
                    </a:p>
                  </a:txBody>
                  <a:tcPr marL="133350" marR="133350" marT="76200" marB="76200" anchor="ctr">
                    <a:lnL w="7620">
                      <a:solidFill>
                        <a:srgbClr val="C9C4BA"/>
                      </a:solidFill>
                      <a:prstDash val="solid"/>
                    </a:lnL>
                    <a:lnR w="7620">
                      <a:solidFill>
                        <a:srgbClr val="C9C4BA"/>
                      </a:solidFill>
                      <a:prstDash val="solid"/>
                    </a:lnR>
                    <a:lnB w="7620">
                      <a:solidFill>
                        <a:srgbClr val="C9C4BA"/>
                      </a:solidFill>
                      <a:prstDash val="solid"/>
                    </a:lnB>
                    <a:solidFill>
                      <a:srgbClr val="F6F1E8"/>
                    </a:solidFill>
                  </a:tcPr>
                </a:tc>
                <a:tc>
                  <a:txBody>
                    <a:bodyPr>
                      <a:noAutofit/>
                    </a:bodyPr>
                    <a:lstStyle/>
                    <a:p>
                      <a:r>
                        <a:rPr sz="2100" b="0">
                          <a:solidFill>
                            <a:srgbClr val="11233E"/>
                          </a:solidFill>
                          <a:latin typeface="Arial"/>
                          <a:ea typeface="Arial"/>
                          <a:cs typeface="Arial"/>
                        </a:rPr>
                        <a:t>Ciclo del comando</a:t>
                      </a:r>
                    </a:p>
                  </a:txBody>
                  <a:tcPr marL="133350" marR="133350" marT="76200" marB="76200" anchor="ctr">
                    <a:lnR w="7620">
                      <a:solidFill>
                        <a:srgbClr val="C9C4BA"/>
                      </a:solidFill>
                      <a:prstDash val="solid"/>
                    </a:lnR>
                    <a:lnB w="7620">
                      <a:solidFill>
                        <a:srgbClr val="C9C4BA"/>
                      </a:solidFill>
                      <a:prstDash val="solid"/>
                    </a:lnB>
                    <a:solidFill>
                      <a:srgbClr val="F6F1E8"/>
                    </a:solidFill>
                  </a:tcPr>
                </a:tc>
                <a:tc>
                  <a:txBody>
                    <a:bodyPr>
                      <a:noAutofit/>
                    </a:bodyPr>
                    <a:lstStyle/>
                    <a:p>
                      <a:r>
                        <a:rPr sz="2100" b="0">
                          <a:solidFill>
                            <a:srgbClr val="11233E"/>
                          </a:solidFill>
                          <a:latin typeface="Arial"/>
                          <a:ea typeface="Arial"/>
                          <a:cs typeface="Arial"/>
                        </a:rPr>
                        <a:t>Uso posterior</a:t>
                      </a:r>
                    </a:p>
                  </a:txBody>
                  <a:tcPr marL="133350" marR="133350" marT="76200" marB="76200" anchor="ctr">
                    <a:lnR w="7620">
                      <a:solidFill>
                        <a:srgbClr val="C9C4BA"/>
                      </a:solidFill>
                      <a:prstDash val="solid"/>
                    </a:lnR>
                    <a:lnB w="7620">
                      <a:solidFill>
                        <a:srgbClr val="C9C4BA"/>
                      </a:solidFill>
                      <a:prstDash val="solid"/>
                    </a:lnB>
                    <a:solidFill>
                      <a:srgbClr val="F6F1E8"/>
                    </a:solidFill>
                  </a:tcPr>
                </a:tc>
                <a:tc>
                  <a:txBody>
                    <a:bodyPr>
                      <a:noAutofit/>
                    </a:bodyPr>
                    <a:lstStyle/>
                    <a:p>
                      <a:r>
                        <a:rPr sz="2100" b="0">
                          <a:solidFill>
                            <a:srgbClr val="11233E"/>
                          </a:solidFill>
                          <a:latin typeface="Arial"/>
                          <a:ea typeface="Arial"/>
                          <a:cs typeface="Arial"/>
                        </a:rPr>
                        <a:t>Implementada</a:t>
                      </a:r>
                    </a:p>
                  </a:txBody>
                  <a:tcPr marL="133350" marR="133350" marT="76200" marB="76200" anchor="ctr">
                    <a:lnR w="7620">
                      <a:solidFill>
                        <a:srgbClr val="C9C4BA"/>
                      </a:solidFill>
                      <a:prstDash val="solid"/>
                    </a:lnR>
                    <a:lnB w="7620">
                      <a:solidFill>
                        <a:srgbClr val="C9C4BA"/>
                      </a:solidFill>
                      <a:prstDash val="solid"/>
                    </a:lnB>
                    <a:solidFill>
                      <a:srgbClr val="F6F1E8"/>
                    </a:solidFill>
                  </a:tcPr>
                </a:tc>
              </a:tr>
              <a:tr h="785813">
                <a:tc>
                  <a:txBody>
                    <a:bodyPr>
                      <a:noAutofit/>
                    </a:bodyPr>
                    <a:lstStyle/>
                    <a:p>
                      <a:r>
                        <a:rPr sz="2100" b="0">
                          <a:solidFill>
                            <a:srgbClr val="11233E"/>
                          </a:solidFill>
                          <a:latin typeface="Arial"/>
                          <a:ea typeface="Arial"/>
                          <a:cs typeface="Arial"/>
                        </a:rPr>
                        <a:t>002 · Preventiva</a:t>
                      </a:r>
                    </a:p>
                  </a:txBody>
                  <a:tcPr marL="133350" marR="133350" marT="76200" marB="76200" anchor="ctr">
                    <a:lnL w="7620">
                      <a:solidFill>
                        <a:srgbClr val="C9C4BA"/>
                      </a:solidFill>
                      <a:prstDash val="solid"/>
                    </a:lnL>
                    <a:lnR w="7620">
                      <a:solidFill>
                        <a:srgbClr val="C9C4BA"/>
                      </a:solidFill>
                      <a:prstDash val="solid"/>
                    </a:lnR>
                    <a:lnB w="7620">
                      <a:solidFill>
                        <a:srgbClr val="C9C4BA"/>
                      </a:solidFill>
                      <a:prstDash val="solid"/>
                    </a:lnB>
                    <a:solidFill>
                      <a:srgbClr val="F6F1E8"/>
                    </a:solidFill>
                  </a:tcPr>
                </a:tc>
                <a:tc>
                  <a:txBody>
                    <a:bodyPr>
                      <a:noAutofit/>
                    </a:bodyPr>
                    <a:lstStyle/>
                    <a:p>
                      <a:r>
                        <a:rPr sz="2100" b="0">
                          <a:solidFill>
                            <a:srgbClr val="11233E"/>
                          </a:solidFill>
                          <a:latin typeface="Arial"/>
                          <a:ea typeface="Arial"/>
                          <a:cs typeface="Arial"/>
                        </a:rPr>
                        <a:t>Entradas y errores</a:t>
                      </a:r>
                    </a:p>
                  </a:txBody>
                  <a:tcPr marL="133350" marR="133350" marT="76200" marB="76200" anchor="ctr">
                    <a:lnR w="7620">
                      <a:solidFill>
                        <a:srgbClr val="C9C4BA"/>
                      </a:solidFill>
                      <a:prstDash val="solid"/>
                    </a:lnR>
                    <a:lnB w="7620">
                      <a:solidFill>
                        <a:srgbClr val="C9C4BA"/>
                      </a:solidFill>
                      <a:prstDash val="solid"/>
                    </a:lnB>
                    <a:solidFill>
                      <a:srgbClr val="F6F1E8"/>
                    </a:solidFill>
                  </a:tcPr>
                </a:tc>
                <a:tc>
                  <a:txBody>
                    <a:bodyPr>
                      <a:noAutofit/>
                    </a:bodyPr>
                    <a:lstStyle/>
                    <a:p>
                      <a:r>
                        <a:rPr sz="2100" b="0">
                          <a:solidFill>
                            <a:srgbClr val="11233E"/>
                          </a:solidFill>
                          <a:latin typeface="Arial"/>
                          <a:ea typeface="Arial"/>
                          <a:cs typeface="Arial"/>
                        </a:rPr>
                        <a:t>Contrato de error</a:t>
                      </a:r>
                    </a:p>
                  </a:txBody>
                  <a:tcPr marL="133350" marR="133350" marT="76200" marB="76200" anchor="ctr">
                    <a:lnR w="7620">
                      <a:solidFill>
                        <a:srgbClr val="C9C4BA"/>
                      </a:solidFill>
                      <a:prstDash val="solid"/>
                    </a:lnR>
                    <a:lnB w="7620">
                      <a:solidFill>
                        <a:srgbClr val="C9C4BA"/>
                      </a:solidFill>
                      <a:prstDash val="solid"/>
                    </a:lnB>
                    <a:solidFill>
                      <a:srgbClr val="F6F1E8"/>
                    </a:solidFill>
                  </a:tcPr>
                </a:tc>
                <a:tc>
                  <a:txBody>
                    <a:bodyPr>
                      <a:noAutofit/>
                    </a:bodyPr>
                    <a:lstStyle/>
                    <a:p>
                      <a:r>
                        <a:rPr sz="2100" b="0">
                          <a:solidFill>
                            <a:srgbClr val="11233E"/>
                          </a:solidFill>
                          <a:latin typeface="Arial"/>
                          <a:ea typeface="Arial"/>
                          <a:cs typeface="Arial"/>
                        </a:rPr>
                        <a:t>Pendiente</a:t>
                      </a:r>
                    </a:p>
                  </a:txBody>
                  <a:tcPr marL="133350" marR="133350" marT="76200" marB="76200" anchor="ctr">
                    <a:lnR w="7620">
                      <a:solidFill>
                        <a:srgbClr val="C9C4BA"/>
                      </a:solidFill>
                      <a:prstDash val="solid"/>
                    </a:lnR>
                    <a:lnB w="7620">
                      <a:solidFill>
                        <a:srgbClr val="C9C4BA"/>
                      </a:solidFill>
                      <a:prstDash val="solid"/>
                    </a:lnB>
                    <a:solidFill>
                      <a:srgbClr val="F6F1E8"/>
                    </a:solidFill>
                  </a:tcPr>
                </a:tc>
              </a:tr>
              <a:tr h="785813">
                <a:tc>
                  <a:txBody>
                    <a:bodyPr>
                      <a:noAutofit/>
                    </a:bodyPr>
                    <a:lstStyle/>
                    <a:p>
                      <a:r>
                        <a:rPr sz="2100" b="0">
                          <a:solidFill>
                            <a:srgbClr val="11233E"/>
                          </a:solidFill>
                          <a:latin typeface="Arial"/>
                          <a:ea typeface="Arial"/>
                          <a:cs typeface="Arial"/>
                        </a:rPr>
                        <a:t>003 · Perfectiva</a:t>
                      </a:r>
                    </a:p>
                  </a:txBody>
                  <a:tcPr marL="133350" marR="133350" marT="76200" marB="76200" anchor="ctr">
                    <a:lnL w="7620">
                      <a:solidFill>
                        <a:srgbClr val="C9C4BA"/>
                      </a:solidFill>
                      <a:prstDash val="solid"/>
                    </a:lnL>
                    <a:lnR w="7620">
                      <a:solidFill>
                        <a:srgbClr val="C9C4BA"/>
                      </a:solidFill>
                      <a:prstDash val="solid"/>
                    </a:lnR>
                    <a:lnB w="7620">
                      <a:solidFill>
                        <a:srgbClr val="C9C4BA"/>
                      </a:solidFill>
                      <a:prstDash val="solid"/>
                    </a:lnB>
                    <a:solidFill>
                      <a:srgbClr val="F6F1E8"/>
                    </a:solidFill>
                  </a:tcPr>
                </a:tc>
                <a:tc>
                  <a:txBody>
                    <a:bodyPr>
                      <a:noAutofit/>
                    </a:bodyPr>
                    <a:lstStyle/>
                    <a:p>
                      <a:r>
                        <a:rPr sz="2100" b="0">
                          <a:solidFill>
                            <a:srgbClr val="11233E"/>
                          </a:solidFill>
                          <a:latin typeface="Arial"/>
                          <a:ea typeface="Arial"/>
                          <a:cs typeface="Arial"/>
                        </a:rPr>
                        <a:t>Tiempo de espera</a:t>
                      </a:r>
                    </a:p>
                  </a:txBody>
                  <a:tcPr marL="133350" marR="133350" marT="76200" marB="76200" anchor="ctr">
                    <a:lnR w="7620">
                      <a:solidFill>
                        <a:srgbClr val="C9C4BA"/>
                      </a:solidFill>
                      <a:prstDash val="solid"/>
                    </a:lnR>
                    <a:lnB w="7620">
                      <a:solidFill>
                        <a:srgbClr val="C9C4BA"/>
                      </a:solidFill>
                      <a:prstDash val="solid"/>
                    </a:lnB>
                    <a:solidFill>
                      <a:srgbClr val="F6F1E8"/>
                    </a:solidFill>
                  </a:tcPr>
                </a:tc>
                <a:tc>
                  <a:txBody>
                    <a:bodyPr>
                      <a:noAutofit/>
                    </a:bodyPr>
                    <a:lstStyle/>
                    <a:p>
                      <a:r>
                        <a:rPr sz="2100" b="0">
                          <a:solidFill>
                            <a:srgbClr val="11233E"/>
                          </a:solidFill>
                          <a:latin typeface="Arial"/>
                          <a:ea typeface="Arial"/>
                          <a:cs typeface="Arial"/>
                        </a:rPr>
                        <a:t>Límites y espera</a:t>
                      </a:r>
                    </a:p>
                  </a:txBody>
                  <a:tcPr marL="133350" marR="133350" marT="76200" marB="76200" anchor="ctr">
                    <a:lnR w="7620">
                      <a:solidFill>
                        <a:srgbClr val="C9C4BA"/>
                      </a:solidFill>
                      <a:prstDash val="solid"/>
                    </a:lnR>
                    <a:lnB w="7620">
                      <a:solidFill>
                        <a:srgbClr val="C9C4BA"/>
                      </a:solidFill>
                      <a:prstDash val="solid"/>
                    </a:lnB>
                    <a:solidFill>
                      <a:srgbClr val="F6F1E8"/>
                    </a:solidFill>
                  </a:tcPr>
                </a:tc>
                <a:tc>
                  <a:txBody>
                    <a:bodyPr>
                      <a:noAutofit/>
                    </a:bodyPr>
                    <a:lstStyle/>
                    <a:p>
                      <a:r>
                        <a:rPr sz="2100" b="0">
                          <a:solidFill>
                            <a:srgbClr val="11233E"/>
                          </a:solidFill>
                          <a:latin typeface="Arial"/>
                          <a:ea typeface="Arial"/>
                          <a:cs typeface="Arial"/>
                        </a:rPr>
                        <a:t>Pendiente</a:t>
                      </a:r>
                    </a:p>
                  </a:txBody>
                  <a:tcPr marL="133350" marR="133350" marT="76200" marB="76200" anchor="ctr">
                    <a:lnR w="7620">
                      <a:solidFill>
                        <a:srgbClr val="C9C4BA"/>
                      </a:solidFill>
                      <a:prstDash val="solid"/>
                    </a:lnR>
                    <a:lnB w="7620">
                      <a:solidFill>
                        <a:srgbClr val="C9C4BA"/>
                      </a:solidFill>
                      <a:prstDash val="solid"/>
                    </a:lnB>
                    <a:solidFill>
                      <a:srgbClr val="F6F1E8"/>
                    </a:solidFill>
                  </a:tcPr>
                </a:tc>
              </a:tr>
            </a:tbl>
          </a:graphicData>
        </a:graphic>
      </p:graphicFrame>
      <p:sp>
        <p:nvSpPr>
          <p:cNvPr id="3" name="pie-17">
            <a:extLst xmlns:a="http://schemas.openxmlformats.org/drawingml/2006/main">
              <a:ext uri="{FF2B5EF4-FFF2-40B4-BE49-F238E27FC236}">
                <a16:creationId xmlns:a16="http://schemas.microsoft.com/office/drawing/2014/main" id="{A870D25F-84C3-45A0-B1BA-F3F298A7C5EC}"/>
              </a:ext>
            </a:extLst>
          </p:cNvPr>
          <p:cNvSpPr>
            <a:spLocks xmlns:a="http://schemas.openxmlformats.org/drawingml/2006/main" noGrp="1"/>
          </p:cNvSpPr>
          <p:nvPr/>
        </p:nvSpPr>
        <p:spPr>
          <a:xfrm xmlns:a="http://schemas.openxmlformats.org/drawingml/2006/main">
            <a:off x="10972800" y="6400800"/>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11233E"/>
                </a:solidFill>
                <a:latin typeface="Arial"/>
                <a:ea typeface="Arial"/>
                <a:cs typeface="Arial"/>
              </a:defRPr>
            </a:defPPr>
          </a:lstStyle>
          <a:p xmlns:a="http://schemas.openxmlformats.org/drawingml/2006/main">
            <a:pPr algn="r">
              <a:lnSpc>
                <a:spcPct val="108000"/>
              </a:lnSpc>
              <a:buNone/>
              <a:defRPr sz="1350" b="0">
                <a:solidFill>
                  <a:srgbClr val="11233E"/>
                </a:solidFill>
                <a:latin typeface="Arial"/>
                <a:ea typeface="Arial"/>
                <a:cs typeface="Arial"/>
              </a:defRPr>
            </a:pPr>
            <a:r>
              <a:rPr sz="1350" b="0">
                <a:solidFill>
                  <a:srgbClr val="11233E"/>
                </a:solidFill>
                <a:latin typeface="Arial"/>
                <a:ea typeface="Arial"/>
                <a:cs typeface="Arial"/>
              </a:rPr>
              <a:t>17</a:t>
            </a:r>
          </a:p>
        </p:txBody>
      </p:sp>
    </p:spTree>
    <p:extLst>
      <p:ext uri="{BB962C8B-B14F-4D97-AF65-F5344CB8AC3E}">
        <p14:creationId xmlns:p14="http://schemas.microsoft.com/office/powerpoint/2010/main" val="918171853"/>
      </p:ext>
    </p:extLst>
  </p:cSld>
</p:sld>
</file>

<file path=ppt/slides/slide18.xml><?xml version="1.0" encoding="utf-8"?>
<p:sld xmlns:p="http://schemas.openxmlformats.org/presentationml/2006/main">
  <p:cSld>
    <p:bg>
      <p:bgPr>
        <a:solidFill xmlns:a="http://schemas.openxmlformats.org/drawingml/2006/main">
          <a:srgbClr val="11233E"/>
        </a:solidFill>
      </p:bgPr>
    </p:bg>
    <p:spTree>
      <p:nvGrpSpPr>
        <p:cNvPr id="1" name=""/>
        <p:cNvGrpSpPr/>
        <p:nvPr/>
      </p:nvGrpSpPr>
      <p:grpSpPr>
        <a:xfrm xmlns:a="http://schemas.openxmlformats.org/drawingml/2006/main"/>
      </p:grpSpPr>
      <p:sp>
        <p:nvSpPr>
          <p:cNvPr id="7" name="titulo-18">
            <a:extLst xmlns:a="http://schemas.openxmlformats.org/drawingml/2006/main">
              <a:ext uri="{FF2B5EF4-FFF2-40B4-BE49-F238E27FC236}">
                <a16:creationId xmlns:a16="http://schemas.microsoft.com/office/drawing/2014/main" id="{54D3651F-31EC-4799-AEEF-E1D428058A3F}"/>
              </a:ext>
            </a:extLst>
          </p:cNvPr>
          <p:cNvSpPr>
            <a:spLocks xmlns:a="http://schemas.openxmlformats.org/drawingml/2006/main" noGrp="1"/>
          </p:cNvSpPr>
          <p:nvPr/>
        </p:nvSpPr>
        <p:spPr>
          <a:xfrm xmlns:a="http://schemas.openxmlformats.org/drawingml/2006/main">
            <a:off x="609600" y="571500"/>
            <a:ext cx="109728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050" b="1">
                <a:solidFill>
                  <a:srgbClr val="F6F1E8"/>
                </a:solidFill>
                <a:latin typeface="Arial"/>
                <a:ea typeface="Arial"/>
                <a:cs typeface="Arial"/>
              </a:defRPr>
            </a:defPPr>
          </a:lstStyle>
          <a:p xmlns:a="http://schemas.openxmlformats.org/drawingml/2006/main">
            <a:pPr algn="l">
              <a:lnSpc>
                <a:spcPct val="108000"/>
              </a:lnSpc>
              <a:buNone/>
              <a:defRPr sz="4050" b="1">
                <a:solidFill>
                  <a:srgbClr val="F6F1E8"/>
                </a:solidFill>
                <a:latin typeface="Arial"/>
                <a:ea typeface="Arial"/>
                <a:cs typeface="Arial"/>
              </a:defRPr>
            </a:pPr>
            <a:r>
              <a:rPr sz="4050" b="1">
                <a:solidFill>
                  <a:srgbClr val="F6F1E8"/>
                </a:solidFill>
                <a:latin typeface="Arial"/>
                <a:ea typeface="Arial"/>
                <a:cs typeface="Arial"/>
              </a:rPr>
              <a:t>Solicitud CAM-S09-001</a:t>
            </a:r>
          </a:p>
        </p:txBody>
      </p:sp>
      <p:sp>
        <p:nvSpPr>
          <p:cNvPr id="2" name="contenido-1">
            <a:extLst xmlns:a="http://schemas.openxmlformats.org/drawingml/2006/main">
              <a:ext uri="{FF2B5EF4-FFF2-40B4-BE49-F238E27FC236}">
                <a16:creationId xmlns:a16="http://schemas.microsoft.com/office/drawing/2014/main" id="{4BFC3633-9909-49A8-8D73-E158FA930AD9}"/>
              </a:ext>
            </a:extLst>
          </p:cNvPr>
          <p:cNvSpPr>
            <a:spLocks xmlns:a="http://schemas.openxmlformats.org/drawingml/2006/main" noGrp="1"/>
          </p:cNvSpPr>
          <p:nvPr/>
        </p:nvSpPr>
        <p:spPr>
          <a:xfrm xmlns:a="http://schemas.openxmlformats.org/drawingml/2006/main">
            <a:off x="609600" y="2047875"/>
            <a:ext cx="10972800" cy="436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F6F1E8"/>
                </a:solidFill>
                <a:latin typeface="Arial"/>
                <a:ea typeface="Arial"/>
                <a:cs typeface="Arial"/>
              </a:defRPr>
            </a:defPPr>
          </a:lstStyle>
          <a:p xmlns:a="http://schemas.openxmlformats.org/drawingml/2006/main">
            <a:pPr algn="l">
              <a:lnSpc>
                <a:spcPct val="108000"/>
              </a:lnSpc>
              <a:buNone/>
              <a:defRPr sz="2550" b="0">
                <a:solidFill>
                  <a:srgbClr val="F6F1E8"/>
                </a:solidFill>
                <a:latin typeface="Arial"/>
                <a:ea typeface="Arial"/>
                <a:cs typeface="Arial"/>
              </a:defRPr>
            </a:pPr>
            <a:r>
              <a:rPr sz="2550" b="0">
                <a:solidFill>
                  <a:srgbClr val="F6F1E8"/>
                </a:solidFill>
                <a:latin typeface="Arial"/>
                <a:ea typeface="Arial"/>
                <a:cs typeface="Arial"/>
              </a:rPr>
              <a:t>Problema: comando sin liberación delimitada.</a:t>
            </a:r>
          </a:p>
        </p:txBody>
      </p:sp>
      <p:sp>
        <p:nvSpPr>
          <p:cNvPr id="3" name="contenido-2">
            <a:extLst xmlns:a="http://schemas.openxmlformats.org/drawingml/2006/main">
              <a:ext uri="{FF2B5EF4-FFF2-40B4-BE49-F238E27FC236}">
                <a16:creationId xmlns:a16="http://schemas.microsoft.com/office/drawing/2014/main" id="{02516F09-4DB0-4E4D-994C-0D75200E2E37}"/>
              </a:ext>
            </a:extLst>
          </p:cNvPr>
          <p:cNvSpPr>
            <a:spLocks xmlns:a="http://schemas.openxmlformats.org/drawingml/2006/main" noGrp="1"/>
          </p:cNvSpPr>
          <p:nvPr/>
        </p:nvSpPr>
        <p:spPr>
          <a:xfrm xmlns:a="http://schemas.openxmlformats.org/drawingml/2006/main">
            <a:off x="609600" y="2769870"/>
            <a:ext cx="10972800" cy="436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F6F1E8"/>
                </a:solidFill>
                <a:latin typeface="Arial"/>
                <a:ea typeface="Arial"/>
                <a:cs typeface="Arial"/>
              </a:defRPr>
            </a:defPPr>
          </a:lstStyle>
          <a:p xmlns:a="http://schemas.openxmlformats.org/drawingml/2006/main">
            <a:pPr algn="l">
              <a:lnSpc>
                <a:spcPct val="108000"/>
              </a:lnSpc>
              <a:buNone/>
              <a:defRPr sz="2550" b="0">
                <a:solidFill>
                  <a:srgbClr val="F6F1E8"/>
                </a:solidFill>
                <a:latin typeface="Arial"/>
                <a:ea typeface="Arial"/>
                <a:cs typeface="Arial"/>
              </a:defRPr>
            </a:pPr>
            <a:r>
              <a:rPr sz="2550" b="0">
                <a:solidFill>
                  <a:srgbClr val="F6F1E8"/>
                </a:solidFill>
                <a:latin typeface="Arial"/>
                <a:ea typeface="Arial"/>
                <a:cs typeface="Arial"/>
              </a:rPr>
              <a:t>Alcance: Generar síncrono.</a:t>
            </a:r>
          </a:p>
        </p:txBody>
      </p:sp>
      <p:sp>
        <p:nvSpPr>
          <p:cNvPr id="4" name="contenido-3">
            <a:extLst xmlns:a="http://schemas.openxmlformats.org/drawingml/2006/main">
              <a:ext uri="{FF2B5EF4-FFF2-40B4-BE49-F238E27FC236}">
                <a16:creationId xmlns:a16="http://schemas.microsoft.com/office/drawing/2014/main" id="{5B7FE805-30C8-4914-A52E-72BB32AA62C4}"/>
              </a:ext>
            </a:extLst>
          </p:cNvPr>
          <p:cNvSpPr>
            <a:spLocks xmlns:a="http://schemas.openxmlformats.org/drawingml/2006/main" noGrp="1"/>
          </p:cNvSpPr>
          <p:nvPr/>
        </p:nvSpPr>
        <p:spPr>
          <a:xfrm xmlns:a="http://schemas.openxmlformats.org/drawingml/2006/main">
            <a:off x="609600" y="3491865"/>
            <a:ext cx="10972800" cy="436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F6F1E8"/>
                </a:solidFill>
                <a:latin typeface="Arial"/>
                <a:ea typeface="Arial"/>
                <a:cs typeface="Arial"/>
              </a:defRPr>
            </a:defPPr>
          </a:lstStyle>
          <a:p xmlns:a="http://schemas.openxmlformats.org/drawingml/2006/main">
            <a:pPr algn="l">
              <a:lnSpc>
                <a:spcPct val="108000"/>
              </a:lnSpc>
              <a:buNone/>
              <a:defRPr sz="2550" b="0">
                <a:solidFill>
                  <a:srgbClr val="F6F1E8"/>
                </a:solidFill>
                <a:latin typeface="Arial"/>
                <a:ea typeface="Arial"/>
                <a:cs typeface="Arial"/>
              </a:defRPr>
            </a:pPr>
            <a:r>
              <a:rPr sz="2550" b="0">
                <a:solidFill>
                  <a:srgbClr val="F6F1E8"/>
                </a:solidFill>
                <a:latin typeface="Arial"/>
                <a:ea typeface="Arial"/>
                <a:cs typeface="Arial"/>
              </a:rPr>
              <a:t>Aceptación: liberar tras éxito y error.</a:t>
            </a:r>
          </a:p>
        </p:txBody>
      </p:sp>
      <p:sp>
        <p:nvSpPr>
          <p:cNvPr id="5" name="contenido-4">
            <a:extLst xmlns:a="http://schemas.openxmlformats.org/drawingml/2006/main">
              <a:ext uri="{FF2B5EF4-FFF2-40B4-BE49-F238E27FC236}">
                <a16:creationId xmlns:a16="http://schemas.microsoft.com/office/drawing/2014/main" id="{50C7CD74-1C9E-4EF3-884A-2C3FBBE993BE}"/>
              </a:ext>
            </a:extLst>
          </p:cNvPr>
          <p:cNvSpPr>
            <a:spLocks xmlns:a="http://schemas.openxmlformats.org/drawingml/2006/main" noGrp="1"/>
          </p:cNvSpPr>
          <p:nvPr/>
        </p:nvSpPr>
        <p:spPr>
          <a:xfrm xmlns:a="http://schemas.openxmlformats.org/drawingml/2006/main">
            <a:off x="609600" y="4213860"/>
            <a:ext cx="10972800" cy="436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F6F1E8"/>
                </a:solidFill>
                <a:latin typeface="Arial"/>
                <a:ea typeface="Arial"/>
                <a:cs typeface="Arial"/>
              </a:defRPr>
            </a:defPPr>
          </a:lstStyle>
          <a:p xmlns:a="http://schemas.openxmlformats.org/drawingml/2006/main">
            <a:pPr algn="l">
              <a:lnSpc>
                <a:spcPct val="108000"/>
              </a:lnSpc>
              <a:buNone/>
              <a:defRPr sz="2550" b="0">
                <a:solidFill>
                  <a:srgbClr val="F6F1E8"/>
                </a:solidFill>
                <a:latin typeface="Arial"/>
                <a:ea typeface="Arial"/>
                <a:cs typeface="Arial"/>
              </a:defRPr>
            </a:pPr>
            <a:r>
              <a:rPr sz="2550" b="0">
                <a:solidFill>
                  <a:srgbClr val="F6F1E8"/>
                </a:solidFill>
                <a:latin typeface="Arial"/>
                <a:ea typeface="Arial"/>
                <a:cs typeface="Arial"/>
              </a:rPr>
              <a:t>Conservar: DataSet, excepción y Preparar.</a:t>
            </a:r>
          </a:p>
        </p:txBody>
      </p:sp>
      <p:sp>
        <p:nvSpPr>
          <p:cNvPr id="6" name="pie-18">
            <a:extLst xmlns:a="http://schemas.openxmlformats.org/drawingml/2006/main">
              <a:ext uri="{FF2B5EF4-FFF2-40B4-BE49-F238E27FC236}">
                <a16:creationId xmlns:a16="http://schemas.microsoft.com/office/drawing/2014/main" id="{2DBFB145-00AD-4AFD-A7A7-24E92CBC6474}"/>
              </a:ext>
            </a:extLst>
          </p:cNvPr>
          <p:cNvSpPr>
            <a:spLocks xmlns:a="http://schemas.openxmlformats.org/drawingml/2006/main" noGrp="1"/>
          </p:cNvSpPr>
          <p:nvPr/>
        </p:nvSpPr>
        <p:spPr>
          <a:xfrm xmlns:a="http://schemas.openxmlformats.org/drawingml/2006/main">
            <a:off x="10972800" y="6400800"/>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D4DDEB"/>
                </a:solidFill>
                <a:latin typeface="Arial"/>
                <a:ea typeface="Arial"/>
                <a:cs typeface="Arial"/>
              </a:defRPr>
            </a:defPPr>
          </a:lstStyle>
          <a:p xmlns:a="http://schemas.openxmlformats.org/drawingml/2006/main">
            <a:pPr algn="r">
              <a:lnSpc>
                <a:spcPct val="108000"/>
              </a:lnSpc>
              <a:buNone/>
              <a:defRPr sz="1350" b="0">
                <a:solidFill>
                  <a:srgbClr val="D4DDEB"/>
                </a:solidFill>
                <a:latin typeface="Arial"/>
                <a:ea typeface="Arial"/>
                <a:cs typeface="Arial"/>
              </a:defRPr>
            </a:pPr>
            <a:r>
              <a:rPr sz="1350" b="0">
                <a:solidFill>
                  <a:srgbClr val="D4DDEB"/>
                </a:solidFill>
                <a:latin typeface="Arial"/>
                <a:ea typeface="Arial"/>
                <a:cs typeface="Arial"/>
              </a:rPr>
              <a:t>18</a:t>
            </a:r>
          </a:p>
        </p:txBody>
      </p:sp>
    </p:spTree>
    <p:extLst>
      <p:ext uri="{BB962C8B-B14F-4D97-AF65-F5344CB8AC3E}">
        <p14:creationId xmlns:p14="http://schemas.microsoft.com/office/powerpoint/2010/main" val="380444359"/>
      </p:ext>
    </p:extLst>
  </p:cSld>
</p:sld>
</file>

<file path=ppt/slides/slide19.xml><?xml version="1.0" encoding="utf-8"?>
<p:sld xmlns:p="http://schemas.openxmlformats.org/presentationml/2006/main">
  <p:cSld>
    <p:bg>
      <p:bgPr>
        <a:solidFill xmlns:a="http://schemas.openxmlformats.org/drawingml/2006/main">
          <a:srgbClr val="F6F1E8"/>
        </a:solidFill>
      </p:bgPr>
    </p:bg>
    <p:spTree>
      <p:nvGrpSpPr>
        <p:cNvPr id="1" name=""/>
        <p:cNvGrpSpPr/>
        <p:nvPr/>
      </p:nvGrpSpPr>
      <p:grpSpPr>
        <a:xfrm xmlns:a="http://schemas.openxmlformats.org/drawingml/2006/main"/>
      </p:grpSpPr>
      <p:sp>
        <p:nvSpPr>
          <p:cNvPr id="7" name="titulo-19">
            <a:extLst xmlns:a="http://schemas.openxmlformats.org/drawingml/2006/main">
              <a:ext uri="{FF2B5EF4-FFF2-40B4-BE49-F238E27FC236}">
                <a16:creationId xmlns:a16="http://schemas.microsoft.com/office/drawing/2014/main" id="{1971130D-57D6-4766-8A74-B3F77572790C}"/>
              </a:ext>
            </a:extLst>
          </p:cNvPr>
          <p:cNvSpPr>
            <a:spLocks xmlns:a="http://schemas.openxmlformats.org/drawingml/2006/main" noGrp="1"/>
          </p:cNvSpPr>
          <p:nvPr/>
        </p:nvSpPr>
        <p:spPr>
          <a:xfrm xmlns:a="http://schemas.openxmlformats.org/drawingml/2006/main">
            <a:off x="609600" y="571500"/>
            <a:ext cx="109728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050" b="1">
                <a:solidFill>
                  <a:srgbClr val="11233E"/>
                </a:solidFill>
                <a:latin typeface="Arial"/>
                <a:ea typeface="Arial"/>
                <a:cs typeface="Arial"/>
              </a:defRPr>
            </a:defPPr>
          </a:lstStyle>
          <a:p xmlns:a="http://schemas.openxmlformats.org/drawingml/2006/main">
            <a:pPr algn="l">
              <a:lnSpc>
                <a:spcPct val="108000"/>
              </a:lnSpc>
              <a:buNone/>
              <a:defRPr sz="4050" b="1">
                <a:solidFill>
                  <a:srgbClr val="11233E"/>
                </a:solidFill>
                <a:latin typeface="Arial"/>
                <a:ea typeface="Arial"/>
                <a:cs typeface="Arial"/>
              </a:defRPr>
            </a:pPr>
            <a:r>
              <a:rPr sz="4050" b="1">
                <a:solidFill>
                  <a:srgbClr val="11233E"/>
                </a:solidFill>
                <a:latin typeface="Arial"/>
                <a:ea typeface="Arial"/>
                <a:cs typeface="Arial"/>
              </a:rPr>
              <a:t>Antes y después de Generar</a:t>
            </a:r>
          </a:p>
        </p:txBody>
      </p:sp>
      <p:sp>
        <p:nvSpPr>
          <p:cNvPr id="2" name="antes-etiqueta">
            <a:extLst xmlns:a="http://schemas.openxmlformats.org/drawingml/2006/main">
              <a:ext uri="{FF2B5EF4-FFF2-40B4-BE49-F238E27FC236}">
                <a16:creationId xmlns:a16="http://schemas.microsoft.com/office/drawing/2014/main" id="{50B00A11-68FA-4B09-82B6-6BA8C396FBD8}"/>
              </a:ext>
            </a:extLst>
          </p:cNvPr>
          <p:cNvSpPr>
            <a:spLocks xmlns:a="http://schemas.openxmlformats.org/drawingml/2006/main" noGrp="1"/>
          </p:cNvSpPr>
          <p:nvPr/>
        </p:nvSpPr>
        <p:spPr>
          <a:xfrm xmlns:a="http://schemas.openxmlformats.org/drawingml/2006/main">
            <a:off x="609600" y="1857375"/>
            <a:ext cx="5143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2456A6"/>
                </a:solidFill>
                <a:latin typeface="Arial"/>
                <a:ea typeface="Arial"/>
                <a:cs typeface="Arial"/>
              </a:defRPr>
            </a:defPPr>
          </a:lstStyle>
          <a:p xmlns:a="http://schemas.openxmlformats.org/drawingml/2006/main">
            <a:pPr algn="l">
              <a:lnSpc>
                <a:spcPct val="108000"/>
              </a:lnSpc>
              <a:buNone/>
              <a:defRPr sz="2400" b="1">
                <a:solidFill>
                  <a:srgbClr val="2456A6"/>
                </a:solidFill>
                <a:latin typeface="Arial"/>
                <a:ea typeface="Arial"/>
                <a:cs typeface="Arial"/>
              </a:defRPr>
            </a:pPr>
            <a:r>
              <a:rPr sz="2400" b="1">
                <a:solidFill>
                  <a:srgbClr val="2456A6"/>
                </a:solidFill>
                <a:latin typeface="Arial"/>
                <a:ea typeface="Arial"/>
                <a:cs typeface="Arial"/>
              </a:rPr>
              <a:t>v4 · Antes</a:t>
            </a:r>
          </a:p>
        </p:txBody>
      </p:sp>
      <p:sp>
        <p:nvSpPr>
          <p:cNvPr id="3" name="despues-etiqueta">
            <a:extLst xmlns:a="http://schemas.openxmlformats.org/drawingml/2006/main">
              <a:ext uri="{FF2B5EF4-FFF2-40B4-BE49-F238E27FC236}">
                <a16:creationId xmlns:a16="http://schemas.microsoft.com/office/drawing/2014/main" id="{94D037C4-151C-4926-82BD-F91D15DCD259}"/>
              </a:ext>
            </a:extLst>
          </p:cNvPr>
          <p:cNvSpPr>
            <a:spLocks xmlns:a="http://schemas.openxmlformats.org/drawingml/2006/main" noGrp="1"/>
          </p:cNvSpPr>
          <p:nvPr/>
        </p:nvSpPr>
        <p:spPr>
          <a:xfrm xmlns:a="http://schemas.openxmlformats.org/drawingml/2006/main">
            <a:off x="6324600" y="1857375"/>
            <a:ext cx="5257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2456A6"/>
                </a:solidFill>
                <a:latin typeface="Arial"/>
                <a:ea typeface="Arial"/>
                <a:cs typeface="Arial"/>
              </a:defRPr>
            </a:defPPr>
          </a:lstStyle>
          <a:p xmlns:a="http://schemas.openxmlformats.org/drawingml/2006/main">
            <a:pPr algn="l">
              <a:lnSpc>
                <a:spcPct val="108000"/>
              </a:lnSpc>
              <a:buNone/>
              <a:defRPr sz="2400" b="1">
                <a:solidFill>
                  <a:srgbClr val="2456A6"/>
                </a:solidFill>
                <a:latin typeface="Arial"/>
                <a:ea typeface="Arial"/>
                <a:cs typeface="Arial"/>
              </a:defRPr>
            </a:pPr>
            <a:r>
              <a:rPr sz="2400" b="1">
                <a:solidFill>
                  <a:srgbClr val="2456A6"/>
                </a:solidFill>
                <a:latin typeface="Arial"/>
                <a:ea typeface="Arial"/>
                <a:cs typeface="Arial"/>
              </a:rPr>
              <a:t>v5 · Después</a:t>
            </a:r>
          </a:p>
        </p:txBody>
      </p:sp>
      <p:sp>
        <p:nvSpPr>
          <p:cNvPr id="4" name="codigo-antes-editable">
            <a:extLst xmlns:a="http://schemas.openxmlformats.org/drawingml/2006/main">
              <a:ext uri="{FF2B5EF4-FFF2-40B4-BE49-F238E27FC236}">
                <a16:creationId xmlns:a16="http://schemas.microsoft.com/office/drawing/2014/main" id="{5B51FA39-5971-4E00-AD11-FF632D4F9A4C}"/>
              </a:ext>
            </a:extLst>
          </p:cNvPr>
          <p:cNvSpPr>
            <a:spLocks xmlns:a="http://schemas.openxmlformats.org/drawingml/2006/main" noGrp="1"/>
          </p:cNvSpPr>
          <p:nvPr/>
        </p:nvSpPr>
        <p:spPr>
          <a:xfrm xmlns:a="http://schemas.openxmlformats.org/drawingml/2006/main">
            <a:off x="609600" y="2571750"/>
            <a:ext cx="5143500" cy="2400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1233E"/>
                </a:solidFill>
                <a:latin typeface="Consolas"/>
                <a:ea typeface="Consolas"/>
                <a:cs typeface="Consolas"/>
              </a:defRPr>
            </a:defPPr>
          </a:lstStyle>
          <a:p xmlns:a="http://schemas.openxmlformats.org/drawingml/2006/main">
            <a:pPr algn="l">
              <a:lnSpc>
                <a:spcPct val="108000"/>
              </a:lnSpc>
              <a:buNone/>
              <a:defRPr sz="1875" b="0">
                <a:solidFill>
                  <a:srgbClr val="11233E"/>
                </a:solidFill>
                <a:latin typeface="Consolas"/>
                <a:ea typeface="Consolas"/>
                <a:cs typeface="Consolas"/>
              </a:defRPr>
            </a:pPr>
            <a:r>
              <a:rPr sz="1875" b="0">
                <a:solidFill>
                  <a:srgbClr val="11233E"/>
                </a:solidFill>
                <a:latin typeface="Consolas"/>
                <a:ea typeface="Consolas"/>
                <a:cs typeface="Consolas"/>
              </a:rPr>
              <a:t>return _sql.Ejecutar(</a:t>
            </a:r>
          </a:p>
          <a:p xmlns:a="http://schemas.openxmlformats.org/drawingml/2006/main">
            <a:pPr algn="l">
              <a:lnSpc>
                <a:spcPct val="108000"/>
              </a:lnSpc>
              <a:buNone/>
              <a:defRPr sz="1875" b="0">
                <a:solidFill>
                  <a:srgbClr val="11233E"/>
                </a:solidFill>
                <a:latin typeface="Consolas"/>
                <a:ea typeface="Consolas"/>
                <a:cs typeface="Consolas"/>
              </a:defRPr>
            </a:pPr>
            <a:r>
              <a:rPr sz="1875" b="0">
                <a:solidFill>
                  <a:srgbClr val="11233E"/>
                </a:solidFill>
                <a:latin typeface="Consolas"/>
                <a:ea typeface="Consolas"/>
                <a:cs typeface="Consolas"/>
              </a:rPr>
              <a:t>    Preparar(reporte));</a:t>
            </a:r>
          </a:p>
        </p:txBody>
      </p:sp>
      <p:sp>
        <p:nvSpPr>
          <p:cNvPr id="5" name="codigo-despues-editable">
            <a:extLst xmlns:a="http://schemas.openxmlformats.org/drawingml/2006/main">
              <a:ext uri="{FF2B5EF4-FFF2-40B4-BE49-F238E27FC236}">
                <a16:creationId xmlns:a16="http://schemas.microsoft.com/office/drawing/2014/main" id="{76CDA32D-40F8-4D84-8AA7-E0F76DA194DD}"/>
              </a:ext>
            </a:extLst>
          </p:cNvPr>
          <p:cNvSpPr>
            <a:spLocks xmlns:a="http://schemas.openxmlformats.org/drawingml/2006/main" noGrp="1"/>
          </p:cNvSpPr>
          <p:nvPr/>
        </p:nvSpPr>
        <p:spPr>
          <a:xfrm xmlns:a="http://schemas.openxmlformats.org/drawingml/2006/main">
            <a:off x="6324600" y="2571750"/>
            <a:ext cx="5257800" cy="2400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1233E"/>
                </a:solidFill>
                <a:latin typeface="Consolas"/>
                <a:ea typeface="Consolas"/>
                <a:cs typeface="Consolas"/>
              </a:defRPr>
            </a:defPPr>
          </a:lstStyle>
          <a:p xmlns:a="http://schemas.openxmlformats.org/drawingml/2006/main">
            <a:pPr algn="l">
              <a:lnSpc>
                <a:spcPct val="108000"/>
              </a:lnSpc>
              <a:buNone/>
              <a:defRPr sz="1875" b="0">
                <a:solidFill>
                  <a:srgbClr val="11233E"/>
                </a:solidFill>
                <a:latin typeface="Consolas"/>
                <a:ea typeface="Consolas"/>
                <a:cs typeface="Consolas"/>
              </a:defRPr>
            </a:pPr>
            <a:r>
              <a:rPr sz="1875" b="0">
                <a:solidFill>
                  <a:srgbClr val="11233E"/>
                </a:solidFill>
                <a:latin typeface="Consolas"/>
                <a:ea typeface="Consolas"/>
                <a:cs typeface="Consolas"/>
              </a:rPr>
              <a:t>using (var comando =</a:t>
            </a:r>
          </a:p>
          <a:p xmlns:a="http://schemas.openxmlformats.org/drawingml/2006/main">
            <a:pPr algn="l">
              <a:lnSpc>
                <a:spcPct val="108000"/>
              </a:lnSpc>
              <a:buNone/>
              <a:defRPr sz="1875" b="0">
                <a:solidFill>
                  <a:srgbClr val="11233E"/>
                </a:solidFill>
                <a:latin typeface="Consolas"/>
                <a:ea typeface="Consolas"/>
                <a:cs typeface="Consolas"/>
              </a:defRPr>
            </a:pPr>
            <a:r>
              <a:rPr sz="1875" b="0">
                <a:solidFill>
                  <a:srgbClr val="11233E"/>
                </a:solidFill>
                <a:latin typeface="Consolas"/>
                <a:ea typeface="Consolas"/>
                <a:cs typeface="Consolas"/>
              </a:rPr>
              <a:t>       Preparar(reporte))</a:t>
            </a:r>
          </a:p>
          <a:p xmlns:a="http://schemas.openxmlformats.org/drawingml/2006/main">
            <a:pPr algn="l">
              <a:lnSpc>
                <a:spcPct val="108000"/>
              </a:lnSpc>
              <a:buNone/>
              <a:defRPr sz="1875" b="0">
                <a:solidFill>
                  <a:srgbClr val="11233E"/>
                </a:solidFill>
                <a:latin typeface="Consolas"/>
                <a:ea typeface="Consolas"/>
                <a:cs typeface="Consolas"/>
              </a:defRPr>
            </a:pPr>
            <a:r>
              <a:rPr sz="1875" b="0">
                <a:solidFill>
                  <a:srgbClr val="11233E"/>
                </a:solidFill>
                <a:latin typeface="Consolas"/>
                <a:ea typeface="Consolas"/>
                <a:cs typeface="Consolas"/>
              </a:rPr>
              <a:t>{</a:t>
            </a:r>
          </a:p>
          <a:p xmlns:a="http://schemas.openxmlformats.org/drawingml/2006/main">
            <a:pPr algn="l">
              <a:lnSpc>
                <a:spcPct val="108000"/>
              </a:lnSpc>
              <a:buNone/>
              <a:defRPr sz="1875" b="0">
                <a:solidFill>
                  <a:srgbClr val="11233E"/>
                </a:solidFill>
                <a:latin typeface="Consolas"/>
                <a:ea typeface="Consolas"/>
                <a:cs typeface="Consolas"/>
              </a:defRPr>
            </a:pPr>
            <a:r>
              <a:rPr sz="1875" b="0">
                <a:solidFill>
                  <a:srgbClr val="11233E"/>
                </a:solidFill>
                <a:latin typeface="Consolas"/>
                <a:ea typeface="Consolas"/>
                <a:cs typeface="Consolas"/>
              </a:rPr>
              <a:t>    return _sql.Ejecutar(comando);</a:t>
            </a:r>
          </a:p>
          <a:p xmlns:a="http://schemas.openxmlformats.org/drawingml/2006/main">
            <a:pPr algn="l">
              <a:lnSpc>
                <a:spcPct val="108000"/>
              </a:lnSpc>
              <a:buNone/>
              <a:defRPr sz="1875" b="0">
                <a:solidFill>
                  <a:srgbClr val="11233E"/>
                </a:solidFill>
                <a:latin typeface="Consolas"/>
                <a:ea typeface="Consolas"/>
                <a:cs typeface="Consolas"/>
              </a:defRPr>
            </a:pPr>
            <a:r>
              <a:rPr sz="1875" b="0">
                <a:solidFill>
                  <a:srgbClr val="11233E"/>
                </a:solidFill>
                <a:latin typeface="Consolas"/>
                <a:ea typeface="Consolas"/>
                <a:cs typeface="Consolas"/>
              </a:rPr>
              <a:t>}</a:t>
            </a:r>
          </a:p>
        </p:txBody>
      </p:sp>
      <p:sp>
        <p:nvSpPr>
          <p:cNvPr id="6" name="pie-19">
            <a:extLst xmlns:a="http://schemas.openxmlformats.org/drawingml/2006/main">
              <a:ext uri="{FF2B5EF4-FFF2-40B4-BE49-F238E27FC236}">
                <a16:creationId xmlns:a16="http://schemas.microsoft.com/office/drawing/2014/main" id="{A10A3342-98E1-438E-A5C7-C4363712FDBD}"/>
              </a:ext>
            </a:extLst>
          </p:cNvPr>
          <p:cNvSpPr>
            <a:spLocks xmlns:a="http://schemas.openxmlformats.org/drawingml/2006/main" noGrp="1"/>
          </p:cNvSpPr>
          <p:nvPr/>
        </p:nvSpPr>
        <p:spPr>
          <a:xfrm xmlns:a="http://schemas.openxmlformats.org/drawingml/2006/main">
            <a:off x="10972800" y="6400800"/>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11233E"/>
                </a:solidFill>
                <a:latin typeface="Arial"/>
                <a:ea typeface="Arial"/>
                <a:cs typeface="Arial"/>
              </a:defRPr>
            </a:defPPr>
          </a:lstStyle>
          <a:p xmlns:a="http://schemas.openxmlformats.org/drawingml/2006/main">
            <a:pPr algn="r">
              <a:lnSpc>
                <a:spcPct val="108000"/>
              </a:lnSpc>
              <a:buNone/>
              <a:defRPr sz="1350" b="0">
                <a:solidFill>
                  <a:srgbClr val="11233E"/>
                </a:solidFill>
                <a:latin typeface="Arial"/>
                <a:ea typeface="Arial"/>
                <a:cs typeface="Arial"/>
              </a:defRPr>
            </a:pPr>
            <a:r>
              <a:rPr sz="1350" b="0">
                <a:solidFill>
                  <a:srgbClr val="11233E"/>
                </a:solidFill>
                <a:latin typeface="Arial"/>
                <a:ea typeface="Arial"/>
                <a:cs typeface="Arial"/>
              </a:rPr>
              <a:t>19</a:t>
            </a:r>
          </a:p>
        </p:txBody>
      </p:sp>
    </p:spTree>
    <p:extLst>
      <p:ext uri="{BB962C8B-B14F-4D97-AF65-F5344CB8AC3E}">
        <p14:creationId xmlns:p14="http://schemas.microsoft.com/office/powerpoint/2010/main" val="289929314"/>
      </p:ext>
    </p:extLst>
  </p:cSld>
</p:sld>
</file>

<file path=ppt/slides/slide20.xml><?xml version="1.0" encoding="utf-8"?>
<p:sld xmlns:p="http://schemas.openxmlformats.org/presentationml/2006/main">
  <p:cSld>
    <p:bg>
      <p:bgPr>
        <a:solidFill xmlns:a="http://schemas.openxmlformats.org/drawingml/2006/main">
          <a:srgbClr val="11233E"/>
        </a:solidFill>
      </p:bgPr>
    </p:bg>
    <p:spTree>
      <p:nvGrpSpPr>
        <p:cNvPr id="1" name=""/>
        <p:cNvGrpSpPr/>
        <p:nvPr/>
      </p:nvGrpSpPr>
      <p:grpSpPr>
        <a:xfrm xmlns:a="http://schemas.openxmlformats.org/drawingml/2006/main"/>
      </p:grpSpPr>
      <p:sp>
        <p:nvSpPr>
          <p:cNvPr id="4" name="titulo-20">
            <a:extLst xmlns:a="http://schemas.openxmlformats.org/drawingml/2006/main">
              <a:ext uri="{FF2B5EF4-FFF2-40B4-BE49-F238E27FC236}">
                <a16:creationId xmlns:a16="http://schemas.microsoft.com/office/drawing/2014/main" id="{5A030606-1D3C-44F2-A135-CCCCA3B43783}"/>
              </a:ext>
            </a:extLst>
          </p:cNvPr>
          <p:cNvSpPr>
            <a:spLocks xmlns:a="http://schemas.openxmlformats.org/drawingml/2006/main" noGrp="1"/>
          </p:cNvSpPr>
          <p:nvPr/>
        </p:nvSpPr>
        <p:spPr>
          <a:xfrm xmlns:a="http://schemas.openxmlformats.org/drawingml/2006/main">
            <a:off x="609600" y="571500"/>
            <a:ext cx="109728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050" b="1">
                <a:solidFill>
                  <a:srgbClr val="F6F1E8"/>
                </a:solidFill>
                <a:latin typeface="Arial"/>
                <a:ea typeface="Arial"/>
                <a:cs typeface="Arial"/>
              </a:defRPr>
            </a:defPPr>
          </a:lstStyle>
          <a:p xmlns:a="http://schemas.openxmlformats.org/drawingml/2006/main">
            <a:pPr algn="l">
              <a:lnSpc>
                <a:spcPct val="108000"/>
              </a:lnSpc>
              <a:buNone/>
              <a:defRPr sz="4050" b="1">
                <a:solidFill>
                  <a:srgbClr val="F6F1E8"/>
                </a:solidFill>
                <a:latin typeface="Arial"/>
                <a:ea typeface="Arial"/>
                <a:cs typeface="Arial"/>
              </a:defRPr>
            </a:pPr>
            <a:r>
              <a:rPr sz="4050" b="1">
                <a:solidFill>
                  <a:srgbClr val="F6F1E8"/>
                </a:solidFill>
                <a:latin typeface="Arial"/>
                <a:ea typeface="Arial"/>
                <a:cs typeface="Arial"/>
              </a:rPr>
              <a:t>Propiedad del comando</a:t>
            </a:r>
          </a:p>
        </p:txBody>
      </p:sp>
      <p:graphicFrame>
        <p:nvGraphicFramePr>
          <p:cNvPr id="2" name="">
            <a:extLst xmlns:a="http://schemas.openxmlformats.org/drawingml/2006/main">
              <a:ext uri="{FF2B5EF4-FFF2-40B4-BE49-F238E27FC236}">
                <a16:creationId xmlns:a16="http://schemas.microsoft.com/office/drawing/2014/main" id="{0E34BE93-2EDB-4692-9BAA-4C731863EB5C}"/>
              </a:ext>
            </a:extLst>
          </p:cNvPr>
          <p:cNvGraphicFramePr/>
          <p:nvPr/>
        </p:nvGraphicFramePr>
        <p:xfrm>
          <a:off xmlns:a="http://schemas.openxmlformats.org/drawingml/2006/main" x="609600" y="1952625"/>
          <a:ext xmlns:a="http://schemas.openxmlformats.org/drawingml/2006/main" cx="10972800" cy="3143250"/>
        </p:xfrm>
        <a:graphic xmlns:a="http://schemas.openxmlformats.org/drawingml/2006/main">
          <a:graphicData uri="http://schemas.openxmlformats.org/drawingml/2006/table">
            <a:tbl>
              <a:tblPr firstRow="1" bandRow="0"/>
              <a:tblGrid>
                <a:gridCol w="2762250"/>
                <a:gridCol w="4095750"/>
                <a:gridCol w="4114800"/>
              </a:tblGrid>
              <a:tr h="785813">
                <a:tc>
                  <a:txBody>
                    <a:bodyPr>
                      <a:noAutofit/>
                    </a:bodyPr>
                    <a:lstStyle/>
                    <a:p>
                      <a:r>
                        <a:rPr sz="2100" b="1">
                          <a:solidFill>
                            <a:srgbClr val="11233E"/>
                          </a:solidFill>
                          <a:latin typeface="Arial"/>
                          <a:ea typeface="Arial"/>
                          <a:cs typeface="Arial"/>
                        </a:rPr>
                        <a:t>Ruta</a:t>
                      </a:r>
                    </a:p>
                  </a:txBody>
                  <a:tcPr marL="133350" marR="133350" marT="76200" marB="76200" anchor="ctr">
                    <a:lnL w="7620">
                      <a:solidFill>
                        <a:srgbClr val="526079"/>
                      </a:solidFill>
                      <a:prstDash val="solid"/>
                    </a:lnL>
                    <a:lnR w="7620">
                      <a:solidFill>
                        <a:srgbClr val="526079"/>
                      </a:solidFill>
                      <a:prstDash val="solid"/>
                    </a:lnR>
                    <a:lnT w="7620">
                      <a:solidFill>
                        <a:srgbClr val="526079"/>
                      </a:solidFill>
                      <a:prstDash val="solid"/>
                    </a:lnT>
                    <a:lnB w="7620">
                      <a:solidFill>
                        <a:srgbClr val="526079"/>
                      </a:solidFill>
                      <a:prstDash val="solid"/>
                    </a:lnB>
                    <a:solidFill>
                      <a:srgbClr val="F6F1E8"/>
                    </a:solidFill>
                  </a:tcPr>
                </a:tc>
                <a:tc>
                  <a:txBody>
                    <a:bodyPr>
                      <a:noAutofit/>
                    </a:bodyPr>
                    <a:lstStyle/>
                    <a:p>
                      <a:r>
                        <a:rPr sz="2100" b="1">
                          <a:solidFill>
                            <a:srgbClr val="11233E"/>
                          </a:solidFill>
                          <a:latin typeface="Arial"/>
                          <a:ea typeface="Arial"/>
                          <a:cs typeface="Arial"/>
                        </a:rPr>
                        <a:t>Durante el uso</a:t>
                      </a:r>
                    </a:p>
                  </a:txBody>
                  <a:tcPr marL="133350" marR="133350" marT="76200" marB="76200" anchor="ctr">
                    <a:lnR w="7620">
                      <a:solidFill>
                        <a:srgbClr val="526079"/>
                      </a:solidFill>
                      <a:prstDash val="solid"/>
                    </a:lnR>
                    <a:lnT w="7620">
                      <a:solidFill>
                        <a:srgbClr val="526079"/>
                      </a:solidFill>
                      <a:prstDash val="solid"/>
                    </a:lnT>
                    <a:lnB w="7620">
                      <a:solidFill>
                        <a:srgbClr val="526079"/>
                      </a:solidFill>
                      <a:prstDash val="solid"/>
                    </a:lnB>
                    <a:solidFill>
                      <a:srgbClr val="F6F1E8"/>
                    </a:solidFill>
                  </a:tcPr>
                </a:tc>
                <a:tc>
                  <a:txBody>
                    <a:bodyPr>
                      <a:noAutofit/>
                    </a:bodyPr>
                    <a:lstStyle/>
                    <a:p>
                      <a:r>
                        <a:rPr sz="2100" b="1">
                          <a:solidFill>
                            <a:srgbClr val="11233E"/>
                          </a:solidFill>
                          <a:latin typeface="Arial"/>
                          <a:ea typeface="Arial"/>
                          <a:cs typeface="Arial"/>
                        </a:rPr>
                        <a:t>Al terminar</a:t>
                      </a:r>
                    </a:p>
                  </a:txBody>
                  <a:tcPr marL="133350" marR="133350" marT="76200" marB="76200" anchor="ctr">
                    <a:lnR w="7620">
                      <a:solidFill>
                        <a:srgbClr val="526079"/>
                      </a:solidFill>
                      <a:prstDash val="solid"/>
                    </a:lnR>
                    <a:lnT w="7620">
                      <a:solidFill>
                        <a:srgbClr val="526079"/>
                      </a:solidFill>
                      <a:prstDash val="solid"/>
                    </a:lnT>
                    <a:lnB w="7620">
                      <a:solidFill>
                        <a:srgbClr val="526079"/>
                      </a:solidFill>
                      <a:prstDash val="solid"/>
                    </a:lnB>
                    <a:solidFill>
                      <a:srgbClr val="F6F1E8"/>
                    </a:solidFill>
                  </a:tcPr>
                </a:tc>
              </a:tr>
              <a:tr h="785813">
                <a:tc>
                  <a:txBody>
                    <a:bodyPr>
                      <a:noAutofit/>
                    </a:bodyPr>
                    <a:lstStyle/>
                    <a:p>
                      <a:r>
                        <a:rPr sz="2100" b="0">
                          <a:solidFill>
                            <a:srgbClr val="F6F1E8"/>
                          </a:solidFill>
                          <a:latin typeface="Arial"/>
                          <a:ea typeface="Arial"/>
                          <a:cs typeface="Arial"/>
                        </a:rPr>
                        <a:t>Generar con éxito</a:t>
                      </a:r>
                    </a:p>
                  </a:txBody>
                  <a:tcPr marL="133350" marR="133350" marT="76200" marB="76200" anchor="ctr">
                    <a:lnL w="7620">
                      <a:solidFill>
                        <a:srgbClr val="526079"/>
                      </a:solidFill>
                      <a:prstDash val="solid"/>
                    </a:lnL>
                    <a:lnR w="7620">
                      <a:solidFill>
                        <a:srgbClr val="526079"/>
                      </a:solidFill>
                      <a:prstDash val="solid"/>
                    </a:lnR>
                    <a:lnB w="7620">
                      <a:solidFill>
                        <a:srgbClr val="526079"/>
                      </a:solidFill>
                      <a:prstDash val="solid"/>
                    </a:lnB>
                    <a:solidFill>
                      <a:srgbClr val="11233E"/>
                    </a:solidFill>
                  </a:tcPr>
                </a:tc>
                <a:tc>
                  <a:txBody>
                    <a:bodyPr>
                      <a:noAutofit/>
                    </a:bodyPr>
                    <a:lstStyle/>
                    <a:p>
                      <a:r>
                        <a:rPr sz="2100" b="0">
                          <a:solidFill>
                            <a:srgbClr val="F6F1E8"/>
                          </a:solidFill>
                          <a:latin typeface="Arial"/>
                          <a:ea typeface="Arial"/>
                          <a:cs typeface="Arial"/>
                        </a:rPr>
                        <a:t>Comando disponible</a:t>
                      </a:r>
                    </a:p>
                  </a:txBody>
                  <a:tcPr marL="133350" marR="133350" marT="76200" marB="76200" anchor="ctr">
                    <a:lnR w="7620">
                      <a:solidFill>
                        <a:srgbClr val="526079"/>
                      </a:solidFill>
                      <a:prstDash val="solid"/>
                    </a:lnR>
                    <a:lnB w="7620">
                      <a:solidFill>
                        <a:srgbClr val="526079"/>
                      </a:solidFill>
                      <a:prstDash val="solid"/>
                    </a:lnB>
                    <a:solidFill>
                      <a:srgbClr val="11233E"/>
                    </a:solidFill>
                  </a:tcPr>
                </a:tc>
                <a:tc>
                  <a:txBody>
                    <a:bodyPr>
                      <a:noAutofit/>
                    </a:bodyPr>
                    <a:lstStyle/>
                    <a:p>
                      <a:r>
                        <a:rPr sz="2100" b="0">
                          <a:solidFill>
                            <a:srgbClr val="F6F1E8"/>
                          </a:solidFill>
                          <a:latin typeface="Arial"/>
                          <a:ea typeface="Arial"/>
                          <a:cs typeface="Arial"/>
                        </a:rPr>
                        <a:t>Generar llama Dispose</a:t>
                      </a:r>
                    </a:p>
                  </a:txBody>
                  <a:tcPr marL="133350" marR="133350" marT="76200" marB="76200" anchor="ctr">
                    <a:lnR w="7620">
                      <a:solidFill>
                        <a:srgbClr val="526079"/>
                      </a:solidFill>
                      <a:prstDash val="solid"/>
                    </a:lnR>
                    <a:lnB w="7620">
                      <a:solidFill>
                        <a:srgbClr val="526079"/>
                      </a:solidFill>
                      <a:prstDash val="solid"/>
                    </a:lnB>
                    <a:solidFill>
                      <a:srgbClr val="11233E"/>
                    </a:solidFill>
                  </a:tcPr>
                </a:tc>
              </a:tr>
              <a:tr h="785813">
                <a:tc>
                  <a:txBody>
                    <a:bodyPr>
                      <a:noAutofit/>
                    </a:bodyPr>
                    <a:lstStyle/>
                    <a:p>
                      <a:r>
                        <a:rPr sz="2100" b="0">
                          <a:solidFill>
                            <a:srgbClr val="F6F1E8"/>
                          </a:solidFill>
                          <a:latin typeface="Arial"/>
                          <a:ea typeface="Arial"/>
                          <a:cs typeface="Arial"/>
                        </a:rPr>
                        <a:t>Generar con error</a:t>
                      </a:r>
                    </a:p>
                  </a:txBody>
                  <a:tcPr marL="133350" marR="133350" marT="76200" marB="76200" anchor="ctr">
                    <a:lnL w="7620">
                      <a:solidFill>
                        <a:srgbClr val="526079"/>
                      </a:solidFill>
                      <a:prstDash val="solid"/>
                    </a:lnL>
                    <a:lnR w="7620">
                      <a:solidFill>
                        <a:srgbClr val="526079"/>
                      </a:solidFill>
                      <a:prstDash val="solid"/>
                    </a:lnR>
                    <a:lnB w="7620">
                      <a:solidFill>
                        <a:srgbClr val="526079"/>
                      </a:solidFill>
                      <a:prstDash val="solid"/>
                    </a:lnB>
                    <a:solidFill>
                      <a:srgbClr val="11233E"/>
                    </a:solidFill>
                  </a:tcPr>
                </a:tc>
                <a:tc>
                  <a:txBody>
                    <a:bodyPr>
                      <a:noAutofit/>
                    </a:bodyPr>
                    <a:lstStyle/>
                    <a:p>
                      <a:r>
                        <a:rPr sz="2100" b="0">
                          <a:solidFill>
                            <a:srgbClr val="F6F1E8"/>
                          </a:solidFill>
                          <a:latin typeface="Arial"/>
                          <a:ea typeface="Arial"/>
                          <a:cs typeface="Arial"/>
                        </a:rPr>
                        <a:t>Ejecutor recibe comando</a:t>
                      </a:r>
                    </a:p>
                  </a:txBody>
                  <a:tcPr marL="133350" marR="133350" marT="76200" marB="76200" anchor="ctr">
                    <a:lnR w="7620">
                      <a:solidFill>
                        <a:srgbClr val="526079"/>
                      </a:solidFill>
                      <a:prstDash val="solid"/>
                    </a:lnR>
                    <a:lnB w="7620">
                      <a:solidFill>
                        <a:srgbClr val="526079"/>
                      </a:solidFill>
                      <a:prstDash val="solid"/>
                    </a:lnB>
                    <a:solidFill>
                      <a:srgbClr val="11233E"/>
                    </a:solidFill>
                  </a:tcPr>
                </a:tc>
                <a:tc>
                  <a:txBody>
                    <a:bodyPr>
                      <a:noAutofit/>
                    </a:bodyPr>
                    <a:lstStyle/>
                    <a:p>
                      <a:r>
                        <a:rPr sz="2100" b="0">
                          <a:solidFill>
                            <a:srgbClr val="F6F1E8"/>
                          </a:solidFill>
                          <a:latin typeface="Arial"/>
                          <a:ea typeface="Arial"/>
                          <a:cs typeface="Arial"/>
                        </a:rPr>
                        <a:t>Generar llama Dispose</a:t>
                      </a:r>
                    </a:p>
                  </a:txBody>
                  <a:tcPr marL="133350" marR="133350" marT="76200" marB="76200" anchor="ctr">
                    <a:lnR w="7620">
                      <a:solidFill>
                        <a:srgbClr val="526079"/>
                      </a:solidFill>
                      <a:prstDash val="solid"/>
                    </a:lnR>
                    <a:lnB w="7620">
                      <a:solidFill>
                        <a:srgbClr val="526079"/>
                      </a:solidFill>
                      <a:prstDash val="solid"/>
                    </a:lnB>
                    <a:solidFill>
                      <a:srgbClr val="11233E"/>
                    </a:solidFill>
                  </a:tcPr>
                </a:tc>
              </a:tr>
              <a:tr h="785813">
                <a:tc>
                  <a:txBody>
                    <a:bodyPr>
                      <a:noAutofit/>
                    </a:bodyPr>
                    <a:lstStyle/>
                    <a:p>
                      <a:r>
                        <a:rPr sz="2100" b="0">
                          <a:solidFill>
                            <a:srgbClr val="F6F1E8"/>
                          </a:solidFill>
                          <a:latin typeface="Arial"/>
                          <a:ea typeface="Arial"/>
                          <a:cs typeface="Arial"/>
                        </a:rPr>
                        <a:t>Preparar directo</a:t>
                      </a:r>
                    </a:p>
                  </a:txBody>
                  <a:tcPr marL="133350" marR="133350" marT="76200" marB="76200" anchor="ctr">
                    <a:lnL w="7620">
                      <a:solidFill>
                        <a:srgbClr val="526079"/>
                      </a:solidFill>
                      <a:prstDash val="solid"/>
                    </a:lnL>
                    <a:lnR w="7620">
                      <a:solidFill>
                        <a:srgbClr val="526079"/>
                      </a:solidFill>
                      <a:prstDash val="solid"/>
                    </a:lnR>
                    <a:lnB w="7620">
                      <a:solidFill>
                        <a:srgbClr val="526079"/>
                      </a:solidFill>
                      <a:prstDash val="solid"/>
                    </a:lnB>
                    <a:solidFill>
                      <a:srgbClr val="11233E"/>
                    </a:solidFill>
                  </a:tcPr>
                </a:tc>
                <a:tc>
                  <a:txBody>
                    <a:bodyPr>
                      <a:noAutofit/>
                    </a:bodyPr>
                    <a:lstStyle/>
                    <a:p>
                      <a:r>
                        <a:rPr sz="2100" b="0">
                          <a:solidFill>
                            <a:srgbClr val="F6F1E8"/>
                          </a:solidFill>
                          <a:latin typeface="Arial"/>
                          <a:ea typeface="Arial"/>
                          <a:cs typeface="Arial"/>
                        </a:rPr>
                        <a:t>Llamador recibe comando</a:t>
                      </a:r>
                    </a:p>
                  </a:txBody>
                  <a:tcPr marL="133350" marR="133350" marT="76200" marB="76200" anchor="ctr">
                    <a:lnR w="7620">
                      <a:solidFill>
                        <a:srgbClr val="526079"/>
                      </a:solidFill>
                      <a:prstDash val="solid"/>
                    </a:lnR>
                    <a:lnB w="7620">
                      <a:solidFill>
                        <a:srgbClr val="526079"/>
                      </a:solidFill>
                      <a:prstDash val="solid"/>
                    </a:lnB>
                    <a:solidFill>
                      <a:srgbClr val="11233E"/>
                    </a:solidFill>
                  </a:tcPr>
                </a:tc>
                <a:tc>
                  <a:txBody>
                    <a:bodyPr>
                      <a:noAutofit/>
                    </a:bodyPr>
                    <a:lstStyle/>
                    <a:p>
                      <a:r>
                        <a:rPr sz="2100" b="0">
                          <a:solidFill>
                            <a:srgbClr val="F6F1E8"/>
                          </a:solidFill>
                          <a:latin typeface="Arial"/>
                          <a:ea typeface="Arial"/>
                          <a:cs typeface="Arial"/>
                        </a:rPr>
                        <a:t>Llamador libera</a:t>
                      </a:r>
                    </a:p>
                  </a:txBody>
                  <a:tcPr marL="133350" marR="133350" marT="76200" marB="76200" anchor="ctr">
                    <a:lnR w="7620">
                      <a:solidFill>
                        <a:srgbClr val="526079"/>
                      </a:solidFill>
                      <a:prstDash val="solid"/>
                    </a:lnR>
                    <a:lnB w="7620">
                      <a:solidFill>
                        <a:srgbClr val="526079"/>
                      </a:solidFill>
                      <a:prstDash val="solid"/>
                    </a:lnB>
                    <a:solidFill>
                      <a:srgbClr val="11233E"/>
                    </a:solidFill>
                  </a:tcPr>
                </a:tc>
              </a:tr>
            </a:tbl>
          </a:graphicData>
        </a:graphic>
      </p:graphicFrame>
      <p:sp>
        <p:nvSpPr>
          <p:cNvPr id="3" name="pie-20">
            <a:extLst xmlns:a="http://schemas.openxmlformats.org/drawingml/2006/main">
              <a:ext uri="{FF2B5EF4-FFF2-40B4-BE49-F238E27FC236}">
                <a16:creationId xmlns:a16="http://schemas.microsoft.com/office/drawing/2014/main" id="{6ED96CDC-9CDE-4308-B0C0-DC1A2F61C4D3}"/>
              </a:ext>
            </a:extLst>
          </p:cNvPr>
          <p:cNvSpPr>
            <a:spLocks xmlns:a="http://schemas.openxmlformats.org/drawingml/2006/main" noGrp="1"/>
          </p:cNvSpPr>
          <p:nvPr/>
        </p:nvSpPr>
        <p:spPr>
          <a:xfrm xmlns:a="http://schemas.openxmlformats.org/drawingml/2006/main">
            <a:off x="10972800" y="6400800"/>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D4DDEB"/>
                </a:solidFill>
                <a:latin typeface="Arial"/>
                <a:ea typeface="Arial"/>
                <a:cs typeface="Arial"/>
              </a:defRPr>
            </a:defPPr>
          </a:lstStyle>
          <a:p xmlns:a="http://schemas.openxmlformats.org/drawingml/2006/main">
            <a:pPr algn="r">
              <a:lnSpc>
                <a:spcPct val="108000"/>
              </a:lnSpc>
              <a:buNone/>
              <a:defRPr sz="1350" b="0">
                <a:solidFill>
                  <a:srgbClr val="D4DDEB"/>
                </a:solidFill>
                <a:latin typeface="Arial"/>
                <a:ea typeface="Arial"/>
                <a:cs typeface="Arial"/>
              </a:defRPr>
            </a:pPr>
            <a:r>
              <a:rPr sz="1350" b="0">
                <a:solidFill>
                  <a:srgbClr val="D4DDEB"/>
                </a:solidFill>
                <a:latin typeface="Arial"/>
                <a:ea typeface="Arial"/>
                <a:cs typeface="Arial"/>
              </a:rPr>
              <a:t>20</a:t>
            </a:r>
          </a:p>
        </p:txBody>
      </p:sp>
    </p:spTree>
    <p:extLst>
      <p:ext uri="{BB962C8B-B14F-4D97-AF65-F5344CB8AC3E}">
        <p14:creationId xmlns:p14="http://schemas.microsoft.com/office/powerpoint/2010/main" val="886462822"/>
      </p:ext>
    </p:extLst>
  </p:cSld>
</p:sld>
</file>

<file path=ppt/slides/slide21.xml><?xml version="1.0" encoding="utf-8"?>
<p:sld xmlns:p="http://schemas.openxmlformats.org/presentationml/2006/main">
  <p:cSld>
    <p:bg>
      <p:bgPr>
        <a:solidFill xmlns:a="http://schemas.openxmlformats.org/drawingml/2006/main">
          <a:srgbClr val="F6F1E8"/>
        </a:solidFill>
      </p:bgPr>
    </p:bg>
    <p:spTree>
      <p:nvGrpSpPr>
        <p:cNvPr id="1" name=""/>
        <p:cNvGrpSpPr/>
        <p:nvPr/>
      </p:nvGrpSpPr>
      <p:grpSpPr>
        <a:xfrm xmlns:a="http://schemas.openxmlformats.org/drawingml/2006/main"/>
      </p:grpSpPr>
      <p:sp>
        <p:nvSpPr>
          <p:cNvPr id="7" name="titulo-21">
            <a:extLst xmlns:a="http://schemas.openxmlformats.org/drawingml/2006/main">
              <a:ext uri="{FF2B5EF4-FFF2-40B4-BE49-F238E27FC236}">
                <a16:creationId xmlns:a16="http://schemas.microsoft.com/office/drawing/2014/main" id="{C49A6C14-7E34-4362-895A-DEC2040C739D}"/>
              </a:ext>
            </a:extLst>
          </p:cNvPr>
          <p:cNvSpPr>
            <a:spLocks xmlns:a="http://schemas.openxmlformats.org/drawingml/2006/main" noGrp="1"/>
          </p:cNvSpPr>
          <p:nvPr/>
        </p:nvSpPr>
        <p:spPr>
          <a:xfrm xmlns:a="http://schemas.openxmlformats.org/drawingml/2006/main">
            <a:off x="609600" y="571500"/>
            <a:ext cx="109728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050" b="1">
                <a:solidFill>
                  <a:srgbClr val="11233E"/>
                </a:solidFill>
                <a:latin typeface="Arial"/>
                <a:ea typeface="Arial"/>
                <a:cs typeface="Arial"/>
              </a:defRPr>
            </a:defPPr>
          </a:lstStyle>
          <a:p xmlns:a="http://schemas.openxmlformats.org/drawingml/2006/main">
            <a:pPr algn="l">
              <a:lnSpc>
                <a:spcPct val="108000"/>
              </a:lnSpc>
              <a:buNone/>
              <a:defRPr sz="4050" b="1">
                <a:solidFill>
                  <a:srgbClr val="11233E"/>
                </a:solidFill>
                <a:latin typeface="Arial"/>
                <a:ea typeface="Arial"/>
                <a:cs typeface="Arial"/>
              </a:defRPr>
            </a:pPr>
            <a:r>
              <a:rPr sz="4050" b="1">
                <a:solidFill>
                  <a:srgbClr val="11233E"/>
                </a:solidFill>
                <a:latin typeface="Arial"/>
                <a:ea typeface="Arial"/>
                <a:cs typeface="Arial"/>
              </a:rPr>
              <a:t>Primero, una prueba que falla</a:t>
            </a:r>
          </a:p>
        </p:txBody>
      </p:sp>
      <p:graphicFrame>
        <p:nvGraphicFramePr>
          <p:cNvPr id="2" name="">
            <a:extLst xmlns:a="http://schemas.openxmlformats.org/drawingml/2006/main">
              <a:ext uri="{FF2B5EF4-FFF2-40B4-BE49-F238E27FC236}">
                <a16:creationId xmlns:a16="http://schemas.microsoft.com/office/drawing/2014/main" id="{A0F76056-E790-43ED-9E60-1101775E1161}"/>
              </a:ext>
            </a:extLst>
          </p:cNvPr>
          <p:cNvGraphicFramePr/>
          <p:nvPr/>
        </p:nvGraphicFramePr>
        <p:xfrm>
          <a:off xmlns:a="http://schemas.openxmlformats.org/drawingml/2006/main" x="609600" y="1905000"/>
          <a:ext xmlns:a="http://schemas.openxmlformats.org/drawingml/2006/main" cx="10972800" cy="2143125"/>
        </p:xfrm>
        <a:graphic xmlns:a="http://schemas.openxmlformats.org/drawingml/2006/main">
          <a:graphicData uri="http://schemas.openxmlformats.org/drawingml/2006/table">
            <a:tbl>
              <a:tblPr firstRow="1" bandRow="0"/>
              <a:tblGrid>
                <a:gridCol w="7448550"/>
                <a:gridCol w="3524250"/>
              </a:tblGrid>
              <a:tr h="714375">
                <a:tc>
                  <a:txBody>
                    <a:bodyPr>
                      <a:noAutofit/>
                    </a:bodyPr>
                    <a:lstStyle/>
                    <a:p>
                      <a:r>
                        <a:rPr sz="2400" b="1">
                          <a:solidFill>
                            <a:srgbClr val="F6F1E8"/>
                          </a:solidFill>
                          <a:latin typeface="Arial"/>
                          <a:ea typeface="Arial"/>
                          <a:cs typeface="Arial"/>
                        </a:rPr>
                        <a:t>Comprobación</a:t>
                      </a:r>
                    </a:p>
                  </a:txBody>
                  <a:tcPr marL="133350" marR="133350" marT="76200" marB="76200" anchor="ctr">
                    <a:lnL w="7620">
                      <a:solidFill>
                        <a:srgbClr val="C9C4BA"/>
                      </a:solidFill>
                      <a:prstDash val="solid"/>
                    </a:lnL>
                    <a:lnR w="7620">
                      <a:solidFill>
                        <a:srgbClr val="C9C4BA"/>
                      </a:solidFill>
                      <a:prstDash val="solid"/>
                    </a:lnR>
                    <a:lnT w="7620">
                      <a:solidFill>
                        <a:srgbClr val="C9C4BA"/>
                      </a:solidFill>
                      <a:prstDash val="solid"/>
                    </a:lnT>
                    <a:lnB w="7620">
                      <a:solidFill>
                        <a:srgbClr val="C9C4BA"/>
                      </a:solidFill>
                      <a:prstDash val="solid"/>
                    </a:lnB>
                    <a:solidFill>
                      <a:srgbClr val="11233E"/>
                    </a:solidFill>
                  </a:tcPr>
                </a:tc>
                <a:tc>
                  <a:txBody>
                    <a:bodyPr>
                      <a:noAutofit/>
                    </a:bodyPr>
                    <a:lstStyle/>
                    <a:p>
                      <a:r>
                        <a:rPr sz="2400" b="1">
                          <a:solidFill>
                            <a:srgbClr val="F6F1E8"/>
                          </a:solidFill>
                          <a:latin typeface="Arial"/>
                          <a:ea typeface="Arial"/>
                          <a:cs typeface="Arial"/>
                        </a:rPr>
                        <a:t>Resultado</a:t>
                      </a:r>
                    </a:p>
                  </a:txBody>
                  <a:tcPr marL="133350" marR="133350" marT="76200" marB="76200" anchor="ctr">
                    <a:lnR w="7620">
                      <a:solidFill>
                        <a:srgbClr val="C9C4BA"/>
                      </a:solidFill>
                      <a:prstDash val="solid"/>
                    </a:lnR>
                    <a:lnT w="7620">
                      <a:solidFill>
                        <a:srgbClr val="C9C4BA"/>
                      </a:solidFill>
                      <a:prstDash val="solid"/>
                    </a:lnT>
                    <a:lnB w="7620">
                      <a:solidFill>
                        <a:srgbClr val="C9C4BA"/>
                      </a:solidFill>
                      <a:prstDash val="solid"/>
                    </a:lnB>
                    <a:solidFill>
                      <a:srgbClr val="11233E"/>
                    </a:solidFill>
                  </a:tcPr>
                </a:tc>
              </a:tr>
              <a:tr h="714375">
                <a:tc>
                  <a:txBody>
                    <a:bodyPr>
                      <a:noAutofit/>
                    </a:bodyPr>
                    <a:lstStyle/>
                    <a:p>
                      <a:r>
                        <a:rPr sz="2400" b="0">
                          <a:solidFill>
                            <a:srgbClr val="11233E"/>
                          </a:solidFill>
                          <a:latin typeface="Arial"/>
                          <a:ea typeface="Arial"/>
                          <a:cs typeface="Arial"/>
                        </a:rPr>
                        <a:t>v4: dos fallos esperados</a:t>
                      </a:r>
                    </a:p>
                  </a:txBody>
                  <a:tcPr marL="133350" marR="133350" marT="76200" marB="76200" anchor="ctr">
                    <a:lnL w="7620">
                      <a:solidFill>
                        <a:srgbClr val="C9C4BA"/>
                      </a:solidFill>
                      <a:prstDash val="solid"/>
                    </a:lnL>
                    <a:lnR w="7620">
                      <a:solidFill>
                        <a:srgbClr val="C9C4BA"/>
                      </a:solidFill>
                      <a:prstDash val="solid"/>
                    </a:lnR>
                    <a:lnB w="7620">
                      <a:solidFill>
                        <a:srgbClr val="C9C4BA"/>
                      </a:solidFill>
                      <a:prstDash val="solid"/>
                    </a:lnB>
                    <a:solidFill>
                      <a:srgbClr val="F6F1E8"/>
                    </a:solidFill>
                  </a:tcPr>
                </a:tc>
                <a:tc>
                  <a:txBody>
                    <a:bodyPr>
                      <a:noAutofit/>
                    </a:bodyPr>
                    <a:lstStyle/>
                    <a:p>
                      <a:r>
                        <a:rPr sz="2550" b="1">
                          <a:solidFill>
                            <a:srgbClr val="A03C2D"/>
                          </a:solidFill>
                          <a:latin typeface="Arial"/>
                          <a:ea typeface="Arial"/>
                          <a:cs typeface="Arial"/>
                        </a:rPr>
                        <a:t>4/6</a:t>
                      </a:r>
                    </a:p>
                  </a:txBody>
                  <a:tcPr marL="133350" marR="133350" marT="76200" marB="76200" anchor="ctr">
                    <a:lnR w="7620">
                      <a:solidFill>
                        <a:srgbClr val="C9C4BA"/>
                      </a:solidFill>
                      <a:prstDash val="solid"/>
                    </a:lnR>
                    <a:lnB w="7620">
                      <a:solidFill>
                        <a:srgbClr val="C9C4BA"/>
                      </a:solidFill>
                      <a:prstDash val="solid"/>
                    </a:lnB>
                    <a:solidFill>
                      <a:srgbClr val="F6F1E8"/>
                    </a:solidFill>
                  </a:tcPr>
                </a:tc>
              </a:tr>
              <a:tr h="714375">
                <a:tc>
                  <a:txBody>
                    <a:bodyPr>
                      <a:noAutofit/>
                    </a:bodyPr>
                    <a:lstStyle/>
                    <a:p>
                      <a:r>
                        <a:rPr sz="2400" b="0">
                          <a:solidFill>
                            <a:srgbClr val="11233E"/>
                          </a:solidFill>
                          <a:latin typeface="Arial"/>
                          <a:ea typeface="Arial"/>
                          <a:cs typeface="Arial"/>
                        </a:rPr>
                        <a:t>faltas de liberación observadas</a:t>
                      </a:r>
                    </a:p>
                  </a:txBody>
                  <a:tcPr marL="133350" marR="133350" marT="76200" marB="76200" anchor="ctr">
                    <a:lnL w="7620">
                      <a:solidFill>
                        <a:srgbClr val="C9C4BA"/>
                      </a:solidFill>
                      <a:prstDash val="solid"/>
                    </a:lnL>
                    <a:lnR w="7620">
                      <a:solidFill>
                        <a:srgbClr val="C9C4BA"/>
                      </a:solidFill>
                      <a:prstDash val="solid"/>
                    </a:lnR>
                    <a:lnB w="7620">
                      <a:solidFill>
                        <a:srgbClr val="C9C4BA"/>
                      </a:solidFill>
                      <a:prstDash val="solid"/>
                    </a:lnB>
                    <a:solidFill>
                      <a:srgbClr val="F6F1E8"/>
                    </a:solidFill>
                  </a:tcPr>
                </a:tc>
                <a:tc>
                  <a:txBody>
                    <a:bodyPr>
                      <a:noAutofit/>
                    </a:bodyPr>
                    <a:lstStyle/>
                    <a:p>
                      <a:r>
                        <a:rPr sz="2550" b="1">
                          <a:solidFill>
                            <a:srgbClr val="A03C2D"/>
                          </a:solidFill>
                          <a:latin typeface="Arial"/>
                          <a:ea typeface="Arial"/>
                          <a:cs typeface="Arial"/>
                        </a:rPr>
                        <a:t>2</a:t>
                      </a:r>
                    </a:p>
                  </a:txBody>
                  <a:tcPr marL="133350" marR="133350" marT="76200" marB="76200" anchor="ctr">
                    <a:lnR w="7620">
                      <a:solidFill>
                        <a:srgbClr val="C9C4BA"/>
                      </a:solidFill>
                      <a:prstDash val="solid"/>
                    </a:lnR>
                    <a:lnB w="7620">
                      <a:solidFill>
                        <a:srgbClr val="C9C4BA"/>
                      </a:solidFill>
                      <a:prstDash val="solid"/>
                    </a:lnB>
                    <a:solidFill>
                      <a:srgbClr val="F6F1E8"/>
                    </a:solidFill>
                  </a:tcPr>
                </a:tc>
              </a:tr>
            </a:tbl>
          </a:graphicData>
        </a:graphic>
      </p:graphicFrame>
      <p:sp>
        <p:nvSpPr>
          <p:cNvPr id="3" name="contenido-1">
            <a:extLst xmlns:a="http://schemas.openxmlformats.org/drawingml/2006/main">
              <a:ext uri="{FF2B5EF4-FFF2-40B4-BE49-F238E27FC236}">
                <a16:creationId xmlns:a16="http://schemas.microsoft.com/office/drawing/2014/main" id="{7A64A8DC-11E5-4A1C-8C25-CCB319C6B999}"/>
              </a:ext>
            </a:extLst>
          </p:cNvPr>
          <p:cNvSpPr>
            <a:spLocks xmlns:a="http://schemas.openxmlformats.org/drawingml/2006/main" noGrp="1"/>
          </p:cNvSpPr>
          <p:nvPr/>
        </p:nvSpPr>
        <p:spPr>
          <a:xfrm xmlns:a="http://schemas.openxmlformats.org/drawingml/2006/main">
            <a:off x="609600" y="4276725"/>
            <a:ext cx="109728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2456A6"/>
                </a:solidFill>
                <a:latin typeface="Arial"/>
                <a:ea typeface="Arial"/>
                <a:cs typeface="Arial"/>
              </a:defRPr>
            </a:defPPr>
          </a:lstStyle>
          <a:p xmlns:a="http://schemas.openxmlformats.org/drawingml/2006/main">
            <a:pPr algn="l">
              <a:lnSpc>
                <a:spcPct val="108000"/>
              </a:lnSpc>
              <a:buNone/>
              <a:defRPr sz="2250" b="0">
                <a:solidFill>
                  <a:srgbClr val="2456A6"/>
                </a:solidFill>
                <a:latin typeface="Arial"/>
                <a:ea typeface="Arial"/>
                <a:cs typeface="Arial"/>
              </a:defRPr>
            </a:pPr>
            <a:r>
              <a:rPr sz="2250" b="0">
                <a:solidFill>
                  <a:srgbClr val="2456A6"/>
                </a:solidFill>
                <a:latin typeface="Arial"/>
                <a:ea typeface="Arial"/>
                <a:cs typeface="Arial"/>
              </a:rPr>
              <a:t>Misma suite nueva contra v4.</a:t>
            </a:r>
          </a:p>
        </p:txBody>
      </p:sp>
      <p:sp>
        <p:nvSpPr>
          <p:cNvPr id="4" name="contenido-2">
            <a:extLst xmlns:a="http://schemas.openxmlformats.org/drawingml/2006/main">
              <a:ext uri="{FF2B5EF4-FFF2-40B4-BE49-F238E27FC236}">
                <a16:creationId xmlns:a16="http://schemas.microsoft.com/office/drawing/2014/main" id="{2DD2A3A2-DB72-49FA-9CA3-EA39AA86E664}"/>
              </a:ext>
            </a:extLst>
          </p:cNvPr>
          <p:cNvSpPr>
            <a:spLocks xmlns:a="http://schemas.openxmlformats.org/drawingml/2006/main" noGrp="1"/>
          </p:cNvSpPr>
          <p:nvPr/>
        </p:nvSpPr>
        <p:spPr>
          <a:xfrm xmlns:a="http://schemas.openxmlformats.org/drawingml/2006/main">
            <a:off x="609600" y="4743450"/>
            <a:ext cx="109728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2456A6"/>
                </a:solidFill>
                <a:latin typeface="Arial"/>
                <a:ea typeface="Arial"/>
                <a:cs typeface="Arial"/>
              </a:defRPr>
            </a:defPPr>
          </a:lstStyle>
          <a:p xmlns:a="http://schemas.openxmlformats.org/drawingml/2006/main">
            <a:pPr algn="l">
              <a:lnSpc>
                <a:spcPct val="108000"/>
              </a:lnSpc>
              <a:buNone/>
              <a:defRPr sz="2250" b="0">
                <a:solidFill>
                  <a:srgbClr val="2456A6"/>
                </a:solidFill>
                <a:latin typeface="Arial"/>
                <a:ea typeface="Arial"/>
                <a:cs typeface="Arial"/>
              </a:defRPr>
            </a:pPr>
            <a:r>
              <a:rPr sz="2250" b="0">
                <a:solidFill>
                  <a:srgbClr val="2456A6"/>
                </a:solidFill>
                <a:latin typeface="Arial"/>
                <a:ea typeface="Arial"/>
                <a:cs typeface="Arial"/>
              </a:rPr>
              <a:t>Dos fallos esperados: liberación tras éxito y tras error.</a:t>
            </a:r>
          </a:p>
        </p:txBody>
      </p:sp>
      <p:sp>
        <p:nvSpPr>
          <p:cNvPr id="5" name="contenido-3">
            <a:extLst xmlns:a="http://schemas.openxmlformats.org/drawingml/2006/main">
              <a:ext uri="{FF2B5EF4-FFF2-40B4-BE49-F238E27FC236}">
                <a16:creationId xmlns:a16="http://schemas.microsoft.com/office/drawing/2014/main" id="{A1B0052A-8E1B-4B2B-9144-6213E38AC14F}"/>
              </a:ext>
            </a:extLst>
          </p:cNvPr>
          <p:cNvSpPr>
            <a:spLocks xmlns:a="http://schemas.openxmlformats.org/drawingml/2006/main" noGrp="1"/>
          </p:cNvSpPr>
          <p:nvPr/>
        </p:nvSpPr>
        <p:spPr>
          <a:xfrm xmlns:a="http://schemas.openxmlformats.org/drawingml/2006/main">
            <a:off x="609600" y="5210175"/>
            <a:ext cx="109728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2456A6"/>
                </a:solidFill>
                <a:latin typeface="Arial"/>
                <a:ea typeface="Arial"/>
                <a:cs typeface="Arial"/>
              </a:defRPr>
            </a:defPPr>
          </a:lstStyle>
          <a:p xmlns:a="http://schemas.openxmlformats.org/drawingml/2006/main">
            <a:pPr algn="l">
              <a:lnSpc>
                <a:spcPct val="108000"/>
              </a:lnSpc>
              <a:buNone/>
              <a:defRPr sz="2250" b="0">
                <a:solidFill>
                  <a:srgbClr val="2456A6"/>
                </a:solidFill>
                <a:latin typeface="Arial"/>
                <a:ea typeface="Arial"/>
                <a:cs typeface="Arial"/>
              </a:defRPr>
            </a:pPr>
            <a:r>
              <a:rPr sz="2250" b="0">
                <a:solidFill>
                  <a:srgbClr val="2456A6"/>
                </a:solidFill>
                <a:latin typeface="Arial"/>
                <a:ea typeface="Arial"/>
                <a:cs typeface="Arial"/>
              </a:rPr>
              <a:t>La compilación termina correctamente.</a:t>
            </a:r>
          </a:p>
        </p:txBody>
      </p:sp>
      <p:sp>
        <p:nvSpPr>
          <p:cNvPr id="6" name="pie-21">
            <a:extLst xmlns:a="http://schemas.openxmlformats.org/drawingml/2006/main">
              <a:ext uri="{FF2B5EF4-FFF2-40B4-BE49-F238E27FC236}">
                <a16:creationId xmlns:a16="http://schemas.microsoft.com/office/drawing/2014/main" id="{96C0B901-7516-4812-B250-44A917F7130E}"/>
              </a:ext>
            </a:extLst>
          </p:cNvPr>
          <p:cNvSpPr>
            <a:spLocks xmlns:a="http://schemas.openxmlformats.org/drawingml/2006/main" noGrp="1"/>
          </p:cNvSpPr>
          <p:nvPr/>
        </p:nvSpPr>
        <p:spPr>
          <a:xfrm xmlns:a="http://schemas.openxmlformats.org/drawingml/2006/main">
            <a:off x="10972800" y="6400800"/>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11233E"/>
                </a:solidFill>
                <a:latin typeface="Arial"/>
                <a:ea typeface="Arial"/>
                <a:cs typeface="Arial"/>
              </a:defRPr>
            </a:defPPr>
          </a:lstStyle>
          <a:p xmlns:a="http://schemas.openxmlformats.org/drawingml/2006/main">
            <a:pPr algn="r">
              <a:lnSpc>
                <a:spcPct val="108000"/>
              </a:lnSpc>
              <a:buNone/>
              <a:defRPr sz="1350" b="0">
                <a:solidFill>
                  <a:srgbClr val="11233E"/>
                </a:solidFill>
                <a:latin typeface="Arial"/>
                <a:ea typeface="Arial"/>
                <a:cs typeface="Arial"/>
              </a:defRPr>
            </a:pPr>
            <a:r>
              <a:rPr sz="1350" b="0">
                <a:solidFill>
                  <a:srgbClr val="11233E"/>
                </a:solidFill>
                <a:latin typeface="Arial"/>
                <a:ea typeface="Arial"/>
                <a:cs typeface="Arial"/>
              </a:rPr>
              <a:t>21</a:t>
            </a:r>
          </a:p>
        </p:txBody>
      </p:sp>
    </p:spTree>
    <p:extLst>
      <p:ext uri="{BB962C8B-B14F-4D97-AF65-F5344CB8AC3E}">
        <p14:creationId xmlns:p14="http://schemas.microsoft.com/office/powerpoint/2010/main" val="1583297270"/>
      </p:ext>
    </p:extLst>
  </p:cSld>
</p:sld>
</file>

<file path=ppt/slides/slide22.xml><?xml version="1.0" encoding="utf-8"?>
<p:sld xmlns:p="http://schemas.openxmlformats.org/presentationml/2006/main">
  <p:cSld>
    <p:bg>
      <p:bgPr>
        <a:solidFill xmlns:a="http://schemas.openxmlformats.org/drawingml/2006/main">
          <a:srgbClr val="11233E"/>
        </a:solidFill>
      </p:bgPr>
    </p:bg>
    <p:spTree>
      <p:nvGrpSpPr>
        <p:cNvPr id="1" name=""/>
        <p:cNvGrpSpPr/>
        <p:nvPr/>
      </p:nvGrpSpPr>
      <p:grpSpPr>
        <a:xfrm xmlns:a="http://schemas.openxmlformats.org/drawingml/2006/main"/>
      </p:grpSpPr>
      <p:sp>
        <p:nvSpPr>
          <p:cNvPr id="7" name="titulo-22">
            <a:extLst xmlns:a="http://schemas.openxmlformats.org/drawingml/2006/main">
              <a:ext uri="{FF2B5EF4-FFF2-40B4-BE49-F238E27FC236}">
                <a16:creationId xmlns:a16="http://schemas.microsoft.com/office/drawing/2014/main" id="{FE68FB85-5970-4676-B3DA-F177EF963D29}"/>
              </a:ext>
            </a:extLst>
          </p:cNvPr>
          <p:cNvSpPr>
            <a:spLocks xmlns:a="http://schemas.openxmlformats.org/drawingml/2006/main" noGrp="1"/>
          </p:cNvSpPr>
          <p:nvPr/>
        </p:nvSpPr>
        <p:spPr>
          <a:xfrm xmlns:a="http://schemas.openxmlformats.org/drawingml/2006/main">
            <a:off x="609600" y="571500"/>
            <a:ext cx="109728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050" b="1">
                <a:solidFill>
                  <a:srgbClr val="F6F1E8"/>
                </a:solidFill>
                <a:latin typeface="Arial"/>
                <a:ea typeface="Arial"/>
                <a:cs typeface="Arial"/>
              </a:defRPr>
            </a:defPPr>
          </a:lstStyle>
          <a:p xmlns:a="http://schemas.openxmlformats.org/drawingml/2006/main">
            <a:pPr algn="l">
              <a:lnSpc>
                <a:spcPct val="108000"/>
              </a:lnSpc>
              <a:buNone/>
              <a:defRPr sz="4050" b="1">
                <a:solidFill>
                  <a:srgbClr val="F6F1E8"/>
                </a:solidFill>
                <a:latin typeface="Arial"/>
                <a:ea typeface="Arial"/>
                <a:cs typeface="Arial"/>
              </a:defRPr>
            </a:pPr>
            <a:r>
              <a:rPr sz="4050" b="1">
                <a:solidFill>
                  <a:srgbClr val="F6F1E8"/>
                </a:solidFill>
                <a:latin typeface="Arial"/>
                <a:ea typeface="Arial"/>
                <a:cs typeface="Arial"/>
              </a:rPr>
              <a:t>Corrección y regresión</a:t>
            </a:r>
          </a:p>
        </p:txBody>
      </p:sp>
      <p:graphicFrame>
        <p:nvGraphicFramePr>
          <p:cNvPr id="2" name="">
            <a:extLst xmlns:a="http://schemas.openxmlformats.org/drawingml/2006/main">
              <a:ext uri="{FF2B5EF4-FFF2-40B4-BE49-F238E27FC236}">
                <a16:creationId xmlns:a16="http://schemas.microsoft.com/office/drawing/2014/main" id="{109113C3-A5A9-4CF6-9F7E-D32F3C995C83}"/>
              </a:ext>
            </a:extLst>
          </p:cNvPr>
          <p:cNvGraphicFramePr/>
          <p:nvPr/>
        </p:nvGraphicFramePr>
        <p:xfrm>
          <a:off xmlns:a="http://schemas.openxmlformats.org/drawingml/2006/main" x="609600" y="1905000"/>
          <a:ext xmlns:a="http://schemas.openxmlformats.org/drawingml/2006/main" cx="10972800" cy="2857500"/>
        </p:xfrm>
        <a:graphic xmlns:a="http://schemas.openxmlformats.org/drawingml/2006/main">
          <a:graphicData uri="http://schemas.openxmlformats.org/drawingml/2006/table">
            <a:tbl>
              <a:tblPr firstRow="1" bandRow="0"/>
              <a:tblGrid>
                <a:gridCol w="7448550"/>
                <a:gridCol w="3524250"/>
              </a:tblGrid>
              <a:tr h="714375">
                <a:tc>
                  <a:txBody>
                    <a:bodyPr>
                      <a:noAutofit/>
                    </a:bodyPr>
                    <a:lstStyle/>
                    <a:p>
                      <a:r>
                        <a:rPr sz="2400" b="1">
                          <a:solidFill>
                            <a:srgbClr val="11233E"/>
                          </a:solidFill>
                          <a:latin typeface="Arial"/>
                          <a:ea typeface="Arial"/>
                          <a:cs typeface="Arial"/>
                        </a:rPr>
                        <a:t>Comprobación</a:t>
                      </a:r>
                    </a:p>
                  </a:txBody>
                  <a:tcPr marL="133350" marR="133350" marT="76200" marB="76200" anchor="ctr">
                    <a:lnL w="7620">
                      <a:solidFill>
                        <a:srgbClr val="526079"/>
                      </a:solidFill>
                      <a:prstDash val="solid"/>
                    </a:lnL>
                    <a:lnR w="7620">
                      <a:solidFill>
                        <a:srgbClr val="526079"/>
                      </a:solidFill>
                      <a:prstDash val="solid"/>
                    </a:lnR>
                    <a:lnT w="7620">
                      <a:solidFill>
                        <a:srgbClr val="526079"/>
                      </a:solidFill>
                      <a:prstDash val="solid"/>
                    </a:lnT>
                    <a:lnB w="7620">
                      <a:solidFill>
                        <a:srgbClr val="526079"/>
                      </a:solidFill>
                      <a:prstDash val="solid"/>
                    </a:lnB>
                    <a:solidFill>
                      <a:srgbClr val="F6F1E8"/>
                    </a:solidFill>
                  </a:tcPr>
                </a:tc>
                <a:tc>
                  <a:txBody>
                    <a:bodyPr>
                      <a:noAutofit/>
                    </a:bodyPr>
                    <a:lstStyle/>
                    <a:p>
                      <a:r>
                        <a:rPr sz="2400" b="1">
                          <a:solidFill>
                            <a:srgbClr val="11233E"/>
                          </a:solidFill>
                          <a:latin typeface="Arial"/>
                          <a:ea typeface="Arial"/>
                          <a:cs typeface="Arial"/>
                        </a:rPr>
                        <a:t>Resultado</a:t>
                      </a:r>
                    </a:p>
                  </a:txBody>
                  <a:tcPr marL="133350" marR="133350" marT="76200" marB="76200" anchor="ctr">
                    <a:lnR w="7620">
                      <a:solidFill>
                        <a:srgbClr val="526079"/>
                      </a:solidFill>
                      <a:prstDash val="solid"/>
                    </a:lnR>
                    <a:lnT w="7620">
                      <a:solidFill>
                        <a:srgbClr val="526079"/>
                      </a:solidFill>
                      <a:prstDash val="solid"/>
                    </a:lnT>
                    <a:lnB w="7620">
                      <a:solidFill>
                        <a:srgbClr val="526079"/>
                      </a:solidFill>
                      <a:prstDash val="solid"/>
                    </a:lnB>
                    <a:solidFill>
                      <a:srgbClr val="F6F1E8"/>
                    </a:solidFill>
                  </a:tcPr>
                </a:tc>
              </a:tr>
              <a:tr h="714375">
                <a:tc>
                  <a:txBody>
                    <a:bodyPr>
                      <a:noAutofit/>
                    </a:bodyPr>
                    <a:lstStyle/>
                    <a:p>
                      <a:r>
                        <a:rPr sz="2400" b="0">
                          <a:solidFill>
                            <a:srgbClr val="F6F1E8"/>
                          </a:solidFill>
                          <a:latin typeface="Arial"/>
                          <a:ea typeface="Arial"/>
                          <a:cs typeface="Arial"/>
                        </a:rPr>
                        <a:t>ciclo de vida v5</a:t>
                      </a:r>
                    </a:p>
                  </a:txBody>
                  <a:tcPr marL="133350" marR="133350" marT="76200" marB="76200" anchor="ctr">
                    <a:lnL w="7620">
                      <a:solidFill>
                        <a:srgbClr val="526079"/>
                      </a:solidFill>
                      <a:prstDash val="solid"/>
                    </a:lnL>
                    <a:lnR w="7620">
                      <a:solidFill>
                        <a:srgbClr val="526079"/>
                      </a:solidFill>
                      <a:prstDash val="solid"/>
                    </a:lnR>
                    <a:lnB w="7620">
                      <a:solidFill>
                        <a:srgbClr val="526079"/>
                      </a:solidFill>
                      <a:prstDash val="solid"/>
                    </a:lnB>
                    <a:solidFill>
                      <a:srgbClr val="11233E"/>
                    </a:solidFill>
                  </a:tcPr>
                </a:tc>
                <a:tc>
                  <a:txBody>
                    <a:bodyPr>
                      <a:noAutofit/>
                    </a:bodyPr>
                    <a:lstStyle/>
                    <a:p>
                      <a:r>
                        <a:rPr sz="2550" b="1">
                          <a:solidFill>
                            <a:srgbClr val="9CD1B7"/>
                          </a:solidFill>
                          <a:latin typeface="Arial"/>
                          <a:ea typeface="Arial"/>
                          <a:cs typeface="Arial"/>
                        </a:rPr>
                        <a:t>6/6</a:t>
                      </a:r>
                    </a:p>
                  </a:txBody>
                  <a:tcPr marL="133350" marR="133350" marT="76200" marB="76200" anchor="ctr">
                    <a:lnR w="7620">
                      <a:solidFill>
                        <a:srgbClr val="526079"/>
                      </a:solidFill>
                      <a:prstDash val="solid"/>
                    </a:lnR>
                    <a:lnB w="7620">
                      <a:solidFill>
                        <a:srgbClr val="526079"/>
                      </a:solidFill>
                      <a:prstDash val="solid"/>
                    </a:lnB>
                    <a:solidFill>
                      <a:srgbClr val="11233E"/>
                    </a:solidFill>
                  </a:tcPr>
                </a:tc>
              </a:tr>
              <a:tr h="714375">
                <a:tc>
                  <a:txBody>
                    <a:bodyPr>
                      <a:noAutofit/>
                    </a:bodyPr>
                    <a:lstStyle/>
                    <a:p>
                      <a:r>
                        <a:rPr sz="2400" b="0">
                          <a:solidFill>
                            <a:srgbClr val="F6F1E8"/>
                          </a:solidFill>
                          <a:latin typeface="Arial"/>
                          <a:ea typeface="Arial"/>
                          <a:cs typeface="Arial"/>
                        </a:rPr>
                        <a:t>regresión IoC</a:t>
                      </a:r>
                    </a:p>
                  </a:txBody>
                  <a:tcPr marL="133350" marR="133350" marT="76200" marB="76200" anchor="ctr">
                    <a:lnL w="7620">
                      <a:solidFill>
                        <a:srgbClr val="526079"/>
                      </a:solidFill>
                      <a:prstDash val="solid"/>
                    </a:lnL>
                    <a:lnR w="7620">
                      <a:solidFill>
                        <a:srgbClr val="526079"/>
                      </a:solidFill>
                      <a:prstDash val="solid"/>
                    </a:lnR>
                    <a:lnB w="7620">
                      <a:solidFill>
                        <a:srgbClr val="526079"/>
                      </a:solidFill>
                      <a:prstDash val="solid"/>
                    </a:lnB>
                    <a:solidFill>
                      <a:srgbClr val="11233E"/>
                    </a:solidFill>
                  </a:tcPr>
                </a:tc>
                <a:tc>
                  <a:txBody>
                    <a:bodyPr>
                      <a:noAutofit/>
                    </a:bodyPr>
                    <a:lstStyle/>
                    <a:p>
                      <a:r>
                        <a:rPr sz="2550" b="1">
                          <a:solidFill>
                            <a:srgbClr val="9CD1B7"/>
                          </a:solidFill>
                          <a:latin typeface="Arial"/>
                          <a:ea typeface="Arial"/>
                          <a:cs typeface="Arial"/>
                        </a:rPr>
                        <a:t>16/16</a:t>
                      </a:r>
                    </a:p>
                  </a:txBody>
                  <a:tcPr marL="133350" marR="133350" marT="76200" marB="76200" anchor="ctr">
                    <a:lnR w="7620">
                      <a:solidFill>
                        <a:srgbClr val="526079"/>
                      </a:solidFill>
                      <a:prstDash val="solid"/>
                    </a:lnR>
                    <a:lnB w="7620">
                      <a:solidFill>
                        <a:srgbClr val="526079"/>
                      </a:solidFill>
                      <a:prstDash val="solid"/>
                    </a:lnB>
                    <a:solidFill>
                      <a:srgbClr val="11233E"/>
                    </a:solidFill>
                  </a:tcPr>
                </a:tc>
              </a:tr>
              <a:tr h="714375">
                <a:tc>
                  <a:txBody>
                    <a:bodyPr>
                      <a:noAutofit/>
                    </a:bodyPr>
                    <a:lstStyle/>
                    <a:p>
                      <a:r>
                        <a:rPr sz="2400" b="0">
                          <a:solidFill>
                            <a:srgbClr val="F6F1E8"/>
                          </a:solidFill>
                          <a:latin typeface="Arial"/>
                          <a:ea typeface="Arial"/>
                          <a:cs typeface="Arial"/>
                        </a:rPr>
                        <a:t>fuentes de biblioteca</a:t>
                      </a:r>
                    </a:p>
                  </a:txBody>
                  <a:tcPr marL="133350" marR="133350" marT="76200" marB="76200" anchor="ctr">
                    <a:lnL w="7620">
                      <a:solidFill>
                        <a:srgbClr val="526079"/>
                      </a:solidFill>
                      <a:prstDash val="solid"/>
                    </a:lnL>
                    <a:lnR w="7620">
                      <a:solidFill>
                        <a:srgbClr val="526079"/>
                      </a:solidFill>
                      <a:prstDash val="solid"/>
                    </a:lnR>
                    <a:lnB w="7620">
                      <a:solidFill>
                        <a:srgbClr val="526079"/>
                      </a:solidFill>
                      <a:prstDash val="solid"/>
                    </a:lnB>
                    <a:solidFill>
                      <a:srgbClr val="11233E"/>
                    </a:solidFill>
                  </a:tcPr>
                </a:tc>
                <a:tc>
                  <a:txBody>
                    <a:bodyPr>
                      <a:noAutofit/>
                    </a:bodyPr>
                    <a:lstStyle/>
                    <a:p>
                      <a:r>
                        <a:rPr sz="2550" b="1">
                          <a:solidFill>
                            <a:srgbClr val="9CD1B7"/>
                          </a:solidFill>
                          <a:latin typeface="Arial"/>
                          <a:ea typeface="Arial"/>
                          <a:cs typeface="Arial"/>
                        </a:rPr>
                        <a:t>22</a:t>
                      </a:r>
                    </a:p>
                  </a:txBody>
                  <a:tcPr marL="133350" marR="133350" marT="76200" marB="76200" anchor="ctr">
                    <a:lnR w="7620">
                      <a:solidFill>
                        <a:srgbClr val="526079"/>
                      </a:solidFill>
                      <a:prstDash val="solid"/>
                    </a:lnR>
                    <a:lnB w="7620">
                      <a:solidFill>
                        <a:srgbClr val="526079"/>
                      </a:solidFill>
                      <a:prstDash val="solid"/>
                    </a:lnB>
                    <a:solidFill>
                      <a:srgbClr val="11233E"/>
                    </a:solidFill>
                  </a:tcPr>
                </a:tc>
              </a:tr>
            </a:tbl>
          </a:graphicData>
        </a:graphic>
      </p:graphicFrame>
      <p:sp>
        <p:nvSpPr>
          <p:cNvPr id="3" name="contenido-1">
            <a:extLst xmlns:a="http://schemas.openxmlformats.org/drawingml/2006/main">
              <a:ext uri="{FF2B5EF4-FFF2-40B4-BE49-F238E27FC236}">
                <a16:creationId xmlns:a16="http://schemas.microsoft.com/office/drawing/2014/main" id="{E26887AF-E596-4178-ABAE-5C1FBF547F92}"/>
              </a:ext>
            </a:extLst>
          </p:cNvPr>
          <p:cNvSpPr>
            <a:spLocks xmlns:a="http://schemas.openxmlformats.org/drawingml/2006/main" noGrp="1"/>
          </p:cNvSpPr>
          <p:nvPr/>
        </p:nvSpPr>
        <p:spPr>
          <a:xfrm xmlns:a="http://schemas.openxmlformats.org/drawingml/2006/main">
            <a:off x="609600" y="4991100"/>
            <a:ext cx="109728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D4DDEB"/>
                </a:solidFill>
                <a:latin typeface="Arial"/>
                <a:ea typeface="Arial"/>
                <a:cs typeface="Arial"/>
              </a:defRPr>
            </a:defPPr>
          </a:lstStyle>
          <a:p xmlns:a="http://schemas.openxmlformats.org/drawingml/2006/main">
            <a:pPr algn="l">
              <a:lnSpc>
                <a:spcPct val="108000"/>
              </a:lnSpc>
              <a:buNone/>
              <a:defRPr sz="2250" b="0">
                <a:solidFill>
                  <a:srgbClr val="D4DDEB"/>
                </a:solidFill>
                <a:latin typeface="Arial"/>
                <a:ea typeface="Arial"/>
                <a:cs typeface="Arial"/>
              </a:defRPr>
            </a:pPr>
            <a:r>
              <a:rPr sz="2250" b="0">
                <a:solidFill>
                  <a:srgbClr val="D4DDEB"/>
                </a:solidFill>
                <a:latin typeface="Arial"/>
                <a:ea typeface="Arial"/>
                <a:cs typeface="Arial"/>
              </a:rPr>
              <a:t>Seis escenarios de ciclo de vida aprobados.</a:t>
            </a:r>
          </a:p>
        </p:txBody>
      </p:sp>
      <p:sp>
        <p:nvSpPr>
          <p:cNvPr id="4" name="contenido-2">
            <a:extLst xmlns:a="http://schemas.openxmlformats.org/drawingml/2006/main">
              <a:ext uri="{FF2B5EF4-FFF2-40B4-BE49-F238E27FC236}">
                <a16:creationId xmlns:a16="http://schemas.microsoft.com/office/drawing/2014/main" id="{95132EC4-1432-409C-8083-09940BECDB4C}"/>
              </a:ext>
            </a:extLst>
          </p:cNvPr>
          <p:cNvSpPr>
            <a:spLocks xmlns:a="http://schemas.openxmlformats.org/drawingml/2006/main" noGrp="1"/>
          </p:cNvSpPr>
          <p:nvPr/>
        </p:nvSpPr>
        <p:spPr>
          <a:xfrm xmlns:a="http://schemas.openxmlformats.org/drawingml/2006/main">
            <a:off x="609600" y="5457825"/>
            <a:ext cx="109728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D4DDEB"/>
                </a:solidFill>
                <a:latin typeface="Arial"/>
                <a:ea typeface="Arial"/>
                <a:cs typeface="Arial"/>
              </a:defRPr>
            </a:defPPr>
          </a:lstStyle>
          <a:p xmlns:a="http://schemas.openxmlformats.org/drawingml/2006/main">
            <a:pPr algn="l">
              <a:lnSpc>
                <a:spcPct val="108000"/>
              </a:lnSpc>
              <a:buNone/>
              <a:defRPr sz="2250" b="0">
                <a:solidFill>
                  <a:srgbClr val="D4DDEB"/>
                </a:solidFill>
                <a:latin typeface="Arial"/>
                <a:ea typeface="Arial"/>
                <a:cs typeface="Arial"/>
              </a:defRPr>
            </a:pPr>
            <a:r>
              <a:rPr sz="2250" b="0">
                <a:solidFill>
                  <a:srgbClr val="D4DDEB"/>
                </a:solidFill>
                <a:latin typeface="Arial"/>
                <a:ea typeface="Arial"/>
                <a:cs typeface="Arial"/>
              </a:rPr>
              <a:t>Dieciséis escenarios IoC previos aprobados.</a:t>
            </a:r>
          </a:p>
        </p:txBody>
      </p:sp>
      <p:sp>
        <p:nvSpPr>
          <p:cNvPr id="5" name="contenido-3">
            <a:extLst xmlns:a="http://schemas.openxmlformats.org/drawingml/2006/main">
              <a:ext uri="{FF2B5EF4-FFF2-40B4-BE49-F238E27FC236}">
                <a16:creationId xmlns:a16="http://schemas.microsoft.com/office/drawing/2014/main" id="{DB4B9846-98AA-4B7B-9D34-70ED5B2E5B8C}"/>
              </a:ext>
            </a:extLst>
          </p:cNvPr>
          <p:cNvSpPr>
            <a:spLocks xmlns:a="http://schemas.openxmlformats.org/drawingml/2006/main" noGrp="1"/>
          </p:cNvSpPr>
          <p:nvPr/>
        </p:nvSpPr>
        <p:spPr>
          <a:xfrm xmlns:a="http://schemas.openxmlformats.org/drawingml/2006/main">
            <a:off x="609600" y="5924550"/>
            <a:ext cx="109728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D4DDEB"/>
                </a:solidFill>
                <a:latin typeface="Arial"/>
                <a:ea typeface="Arial"/>
                <a:cs typeface="Arial"/>
              </a:defRPr>
            </a:defPPr>
          </a:lstStyle>
          <a:p xmlns:a="http://schemas.openxmlformats.org/drawingml/2006/main">
            <a:pPr algn="l">
              <a:lnSpc>
                <a:spcPct val="108000"/>
              </a:lnSpc>
              <a:buNone/>
              <a:defRPr sz="2250" b="0">
                <a:solidFill>
                  <a:srgbClr val="D4DDEB"/>
                </a:solidFill>
                <a:latin typeface="Arial"/>
                <a:ea typeface="Arial"/>
                <a:cs typeface="Arial"/>
              </a:defRPr>
            </a:pPr>
            <a:r>
              <a:rPr sz="2250" b="0">
                <a:solidFill>
                  <a:srgbClr val="D4DDEB"/>
                </a:solidFill>
                <a:latin typeface="Arial"/>
                <a:ea typeface="Arial"/>
                <a:cs typeface="Arial"/>
              </a:rPr>
              <a:t>Biblioteca de 22 fuentes compilada sin errores ni advertencias.</a:t>
            </a:r>
          </a:p>
        </p:txBody>
      </p:sp>
      <p:sp>
        <p:nvSpPr>
          <p:cNvPr id="6" name="pie-22">
            <a:extLst xmlns:a="http://schemas.openxmlformats.org/drawingml/2006/main">
              <a:ext uri="{FF2B5EF4-FFF2-40B4-BE49-F238E27FC236}">
                <a16:creationId xmlns:a16="http://schemas.microsoft.com/office/drawing/2014/main" id="{74E14725-672C-4BDE-9AF1-7BD9F4F0B6D2}"/>
              </a:ext>
            </a:extLst>
          </p:cNvPr>
          <p:cNvSpPr>
            <a:spLocks xmlns:a="http://schemas.openxmlformats.org/drawingml/2006/main" noGrp="1"/>
          </p:cNvSpPr>
          <p:nvPr/>
        </p:nvSpPr>
        <p:spPr>
          <a:xfrm xmlns:a="http://schemas.openxmlformats.org/drawingml/2006/main">
            <a:off x="10972800" y="6400800"/>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D4DDEB"/>
                </a:solidFill>
                <a:latin typeface="Arial"/>
                <a:ea typeface="Arial"/>
                <a:cs typeface="Arial"/>
              </a:defRPr>
            </a:defPPr>
          </a:lstStyle>
          <a:p xmlns:a="http://schemas.openxmlformats.org/drawingml/2006/main">
            <a:pPr algn="r">
              <a:lnSpc>
                <a:spcPct val="108000"/>
              </a:lnSpc>
              <a:buNone/>
              <a:defRPr sz="1350" b="0">
                <a:solidFill>
                  <a:srgbClr val="D4DDEB"/>
                </a:solidFill>
                <a:latin typeface="Arial"/>
                <a:ea typeface="Arial"/>
                <a:cs typeface="Arial"/>
              </a:defRPr>
            </a:pPr>
            <a:r>
              <a:rPr sz="1350" b="0">
                <a:solidFill>
                  <a:srgbClr val="D4DDEB"/>
                </a:solidFill>
                <a:latin typeface="Arial"/>
                <a:ea typeface="Arial"/>
                <a:cs typeface="Arial"/>
              </a:rPr>
              <a:t>22</a:t>
            </a:r>
          </a:p>
        </p:txBody>
      </p:sp>
    </p:spTree>
    <p:extLst>
      <p:ext uri="{BB962C8B-B14F-4D97-AF65-F5344CB8AC3E}">
        <p14:creationId xmlns:p14="http://schemas.microsoft.com/office/powerpoint/2010/main" val="2104595758"/>
      </p:ext>
    </p:extLst>
  </p:cSld>
</p:sld>
</file>

<file path=ppt/slides/slide23.xml><?xml version="1.0" encoding="utf-8"?>
<p:sld xmlns:p="http://schemas.openxmlformats.org/presentationml/2006/main">
  <p:cSld>
    <p:bg>
      <p:bgPr>
        <a:solidFill xmlns:a="http://schemas.openxmlformats.org/drawingml/2006/main">
          <a:srgbClr val="F6F1E8"/>
        </a:solidFill>
      </p:bgPr>
    </p:bg>
    <p:spTree>
      <p:nvGrpSpPr>
        <p:cNvPr id="1" name=""/>
        <p:cNvGrpSpPr/>
        <p:nvPr/>
      </p:nvGrpSpPr>
      <p:grpSpPr>
        <a:xfrm xmlns:a="http://schemas.openxmlformats.org/drawingml/2006/main"/>
      </p:grpSpPr>
      <p:sp>
        <p:nvSpPr>
          <p:cNvPr id="7" name="titulo-23">
            <a:extLst xmlns:a="http://schemas.openxmlformats.org/drawingml/2006/main">
              <a:ext uri="{FF2B5EF4-FFF2-40B4-BE49-F238E27FC236}">
                <a16:creationId xmlns:a16="http://schemas.microsoft.com/office/drawing/2014/main" id="{CE3524A4-AA5E-4119-8873-5C793980C4FE}"/>
              </a:ext>
            </a:extLst>
          </p:cNvPr>
          <p:cNvSpPr>
            <a:spLocks xmlns:a="http://schemas.openxmlformats.org/drawingml/2006/main" noGrp="1"/>
          </p:cNvSpPr>
          <p:nvPr/>
        </p:nvSpPr>
        <p:spPr>
          <a:xfrm xmlns:a="http://schemas.openxmlformats.org/drawingml/2006/main">
            <a:off x="609600" y="571500"/>
            <a:ext cx="109728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050" b="1">
                <a:solidFill>
                  <a:srgbClr val="11233E"/>
                </a:solidFill>
                <a:latin typeface="Arial"/>
                <a:ea typeface="Arial"/>
                <a:cs typeface="Arial"/>
              </a:defRPr>
            </a:defPPr>
          </a:lstStyle>
          <a:p xmlns:a="http://schemas.openxmlformats.org/drawingml/2006/main">
            <a:pPr algn="l">
              <a:lnSpc>
                <a:spcPct val="108000"/>
              </a:lnSpc>
              <a:buNone/>
              <a:defRPr sz="4050" b="1">
                <a:solidFill>
                  <a:srgbClr val="11233E"/>
                </a:solidFill>
                <a:latin typeface="Arial"/>
                <a:ea typeface="Arial"/>
                <a:cs typeface="Arial"/>
              </a:defRPr>
            </a:pPr>
            <a:r>
              <a:rPr sz="4050" b="1">
                <a:solidFill>
                  <a:srgbClr val="11233E"/>
                </a:solidFill>
                <a:latin typeface="Arial"/>
                <a:ea typeface="Arial"/>
                <a:cs typeface="Arial"/>
              </a:rPr>
              <a:t>Evidencia reproducible</a:t>
            </a:r>
          </a:p>
        </p:txBody>
      </p:sp>
      <p:sp>
        <p:nvSpPr>
          <p:cNvPr id="2" name="codigo-comandos-editable">
            <a:extLst xmlns:a="http://schemas.openxmlformats.org/drawingml/2006/main">
              <a:ext uri="{FF2B5EF4-FFF2-40B4-BE49-F238E27FC236}">
                <a16:creationId xmlns:a16="http://schemas.microsoft.com/office/drawing/2014/main" id="{13DA5380-CA04-4C4A-952F-19AB684C9FB5}"/>
              </a:ext>
            </a:extLst>
          </p:cNvPr>
          <p:cNvSpPr>
            <a:spLocks xmlns:a="http://schemas.openxmlformats.org/drawingml/2006/main" noGrp="1"/>
          </p:cNvSpPr>
          <p:nvPr/>
        </p:nvSpPr>
        <p:spPr>
          <a:xfrm xmlns:a="http://schemas.openxmlformats.org/drawingml/2006/main">
            <a:off x="609600" y="2238375"/>
            <a:ext cx="10972800"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11233E"/>
                </a:solidFill>
                <a:latin typeface="Consolas"/>
                <a:ea typeface="Consolas"/>
                <a:cs typeface="Consolas"/>
              </a:defRPr>
            </a:defPPr>
          </a:lstStyle>
          <a:p xmlns:a="http://schemas.openxmlformats.org/drawingml/2006/main">
            <a:pPr algn="l">
              <a:lnSpc>
                <a:spcPct val="108000"/>
              </a:lnSpc>
              <a:buNone/>
              <a:defRPr sz="2250" b="0">
                <a:solidFill>
                  <a:srgbClr val="11233E"/>
                </a:solidFill>
                <a:latin typeface="Consolas"/>
                <a:ea typeface="Consolas"/>
                <a:cs typeface="Consolas"/>
              </a:defRPr>
            </a:pPr>
            <a:r>
              <a:rPr sz="2250" b="0">
                <a:solidFill>
                  <a:srgbClr val="11233E"/>
                </a:solidFill>
                <a:latin typeface="Consolas"/>
                <a:ea typeface="Consolas"/>
                <a:cs typeface="Consolas"/>
              </a:rPr>
              <a:t>python herramientas/compilar_v5.py</a:t>
            </a:r>
          </a:p>
          <a:p xmlns:a="http://schemas.openxmlformats.org/drawingml/2006/main">
            <a:pPr algn="l">
              <a:lnSpc>
                <a:spcPct val="108000"/>
              </a:lnSpc>
              <a:buNone/>
              <a:defRPr sz="2250" b="0">
                <a:solidFill>
                  <a:srgbClr val="11233E"/>
                </a:solidFill>
                <a:latin typeface="Consolas"/>
                <a:ea typeface="Consolas"/>
                <a:cs typeface="Consolas"/>
              </a:defRPr>
            </a:pPr>
            <a:r>
              <a:rPr sz="2250" b="0">
                <a:solidFill>
                  <a:srgbClr val="11233E"/>
                </a:solidFill>
                <a:latin typeface="Consolas"/>
                <a:ea typeface="Consolas"/>
                <a:cs typeface="Consolas"/>
              </a:rPr>
              <a:t>python herramientas/verificar_v5.py</a:t>
            </a:r>
          </a:p>
        </p:txBody>
      </p:sp>
      <p:sp>
        <p:nvSpPr>
          <p:cNvPr id="3" name="contenido-1">
            <a:extLst xmlns:a="http://schemas.openxmlformats.org/drawingml/2006/main">
              <a:ext uri="{FF2B5EF4-FFF2-40B4-BE49-F238E27FC236}">
                <a16:creationId xmlns:a16="http://schemas.microsoft.com/office/drawing/2014/main" id="{92253713-030B-45A9-847E-3D8FA6C5A2E4}"/>
              </a:ext>
            </a:extLst>
          </p:cNvPr>
          <p:cNvSpPr>
            <a:spLocks xmlns:a="http://schemas.openxmlformats.org/drawingml/2006/main" noGrp="1"/>
          </p:cNvSpPr>
          <p:nvPr/>
        </p:nvSpPr>
        <p:spPr>
          <a:xfrm xmlns:a="http://schemas.openxmlformats.org/drawingml/2006/main">
            <a:off x="609600" y="4257675"/>
            <a:ext cx="10972800"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11233E"/>
                </a:solidFill>
                <a:latin typeface="Arial"/>
                <a:ea typeface="Arial"/>
                <a:cs typeface="Arial"/>
              </a:defRPr>
            </a:defPPr>
          </a:lstStyle>
          <a:p xmlns:a="http://schemas.openxmlformats.org/drawingml/2006/main">
            <a:pPr algn="l">
              <a:lnSpc>
                <a:spcPct val="108000"/>
              </a:lnSpc>
              <a:buNone/>
              <a:defRPr sz="2400" b="0">
                <a:solidFill>
                  <a:srgbClr val="11233E"/>
                </a:solidFill>
                <a:latin typeface="Arial"/>
                <a:ea typeface="Arial"/>
                <a:cs typeface="Arial"/>
              </a:defRPr>
            </a:pPr>
            <a:r>
              <a:rPr sz="2400" b="0">
                <a:solidFill>
                  <a:srgbClr val="11233E"/>
                </a:solidFill>
                <a:latin typeface="Arial"/>
                <a:ea typeface="Arial"/>
                <a:cs typeface="Arial"/>
              </a:rPr>
              <a:t>compilar_v5.py ejecuta los harness.</a:t>
            </a:r>
          </a:p>
        </p:txBody>
      </p:sp>
      <p:sp>
        <p:nvSpPr>
          <p:cNvPr id="4" name="contenido-2">
            <a:extLst xmlns:a="http://schemas.openxmlformats.org/drawingml/2006/main">
              <a:ext uri="{FF2B5EF4-FFF2-40B4-BE49-F238E27FC236}">
                <a16:creationId xmlns:a16="http://schemas.microsoft.com/office/drawing/2014/main" id="{99F51AE2-CF1E-41FA-A641-DD520E916EAE}"/>
              </a:ext>
            </a:extLst>
          </p:cNvPr>
          <p:cNvSpPr>
            <a:spLocks xmlns:a="http://schemas.openxmlformats.org/drawingml/2006/main" noGrp="1"/>
          </p:cNvSpPr>
          <p:nvPr/>
        </p:nvSpPr>
        <p:spPr>
          <a:xfrm xmlns:a="http://schemas.openxmlformats.org/drawingml/2006/main">
            <a:off x="609600" y="4899660"/>
            <a:ext cx="10972800"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11233E"/>
                </a:solidFill>
                <a:latin typeface="Arial"/>
                <a:ea typeface="Arial"/>
                <a:cs typeface="Arial"/>
              </a:defRPr>
            </a:defPPr>
          </a:lstStyle>
          <a:p xmlns:a="http://schemas.openxmlformats.org/drawingml/2006/main">
            <a:pPr algn="l">
              <a:lnSpc>
                <a:spcPct val="108000"/>
              </a:lnSpc>
              <a:buNone/>
              <a:defRPr sz="2400" b="0">
                <a:solidFill>
                  <a:srgbClr val="11233E"/>
                </a:solidFill>
                <a:latin typeface="Arial"/>
                <a:ea typeface="Arial"/>
                <a:cs typeface="Arial"/>
              </a:defRPr>
            </a:pPr>
            <a:r>
              <a:rPr sz="2400" b="0">
                <a:solidFill>
                  <a:srgbClr val="11233E"/>
                </a:solidFill>
                <a:latin typeface="Arial"/>
                <a:ea typeface="Arial"/>
                <a:cs typeface="Arial"/>
              </a:rPr>
              <a:t>verificar_v5.py comprueba hashes, alcance y evidencia.</a:t>
            </a:r>
          </a:p>
        </p:txBody>
      </p:sp>
      <p:sp>
        <p:nvSpPr>
          <p:cNvPr id="5" name="contenido-3">
            <a:extLst xmlns:a="http://schemas.openxmlformats.org/drawingml/2006/main">
              <a:ext uri="{FF2B5EF4-FFF2-40B4-BE49-F238E27FC236}">
                <a16:creationId xmlns:a16="http://schemas.microsoft.com/office/drawing/2014/main" id="{C272454B-556F-40B9-9E48-21C331B1C220}"/>
              </a:ext>
            </a:extLst>
          </p:cNvPr>
          <p:cNvSpPr>
            <a:spLocks xmlns:a="http://schemas.openxmlformats.org/drawingml/2006/main" noGrp="1"/>
          </p:cNvSpPr>
          <p:nvPr/>
        </p:nvSpPr>
        <p:spPr>
          <a:xfrm xmlns:a="http://schemas.openxmlformats.org/drawingml/2006/main">
            <a:off x="609600" y="5541645"/>
            <a:ext cx="10972800"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11233E"/>
                </a:solidFill>
                <a:latin typeface="Arial"/>
                <a:ea typeface="Arial"/>
                <a:cs typeface="Arial"/>
              </a:defRPr>
            </a:defPPr>
          </a:lstStyle>
          <a:p xmlns:a="http://schemas.openxmlformats.org/drawingml/2006/main">
            <a:pPr algn="l">
              <a:lnSpc>
                <a:spcPct val="108000"/>
              </a:lnSpc>
              <a:buNone/>
              <a:defRPr sz="2400" b="0">
                <a:solidFill>
                  <a:srgbClr val="11233E"/>
                </a:solidFill>
                <a:latin typeface="Arial"/>
                <a:ea typeface="Arial"/>
                <a:cs typeface="Arial"/>
              </a:defRPr>
            </a:pPr>
            <a:r>
              <a:rPr sz="2400" b="0">
                <a:solidFill>
                  <a:srgbClr val="11233E"/>
                </a:solidFill>
                <a:latin typeface="Arial"/>
                <a:ea typeface="Arial"/>
                <a:cs typeface="Arial"/>
              </a:rPr>
              <a:t>Resultados nuevos en evidencia/semanas/semana09/.</a:t>
            </a:r>
          </a:p>
        </p:txBody>
      </p:sp>
      <p:sp>
        <p:nvSpPr>
          <p:cNvPr id="6" name="pie-23">
            <a:extLst xmlns:a="http://schemas.openxmlformats.org/drawingml/2006/main">
              <a:ext uri="{FF2B5EF4-FFF2-40B4-BE49-F238E27FC236}">
                <a16:creationId xmlns:a16="http://schemas.microsoft.com/office/drawing/2014/main" id="{0C32446D-6294-4BC5-9D65-3856AB875BCA}"/>
              </a:ext>
            </a:extLst>
          </p:cNvPr>
          <p:cNvSpPr>
            <a:spLocks xmlns:a="http://schemas.openxmlformats.org/drawingml/2006/main" noGrp="1"/>
          </p:cNvSpPr>
          <p:nvPr/>
        </p:nvSpPr>
        <p:spPr>
          <a:xfrm xmlns:a="http://schemas.openxmlformats.org/drawingml/2006/main">
            <a:off x="10972800" y="6400800"/>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11233E"/>
                </a:solidFill>
                <a:latin typeface="Arial"/>
                <a:ea typeface="Arial"/>
                <a:cs typeface="Arial"/>
              </a:defRPr>
            </a:defPPr>
          </a:lstStyle>
          <a:p xmlns:a="http://schemas.openxmlformats.org/drawingml/2006/main">
            <a:pPr algn="r">
              <a:lnSpc>
                <a:spcPct val="108000"/>
              </a:lnSpc>
              <a:buNone/>
              <a:defRPr sz="1350" b="0">
                <a:solidFill>
                  <a:srgbClr val="11233E"/>
                </a:solidFill>
                <a:latin typeface="Arial"/>
                <a:ea typeface="Arial"/>
                <a:cs typeface="Arial"/>
              </a:defRPr>
            </a:pPr>
            <a:r>
              <a:rPr sz="1350" b="0">
                <a:solidFill>
                  <a:srgbClr val="11233E"/>
                </a:solidFill>
                <a:latin typeface="Arial"/>
                <a:ea typeface="Arial"/>
                <a:cs typeface="Arial"/>
              </a:rPr>
              <a:t>23</a:t>
            </a:r>
          </a:p>
        </p:txBody>
      </p:sp>
    </p:spTree>
    <p:extLst>
      <p:ext uri="{BB962C8B-B14F-4D97-AF65-F5344CB8AC3E}">
        <p14:creationId xmlns:p14="http://schemas.microsoft.com/office/powerpoint/2010/main" val="962411060"/>
      </p:ext>
    </p:extLst>
  </p:cSld>
</p:sld>
</file>

<file path=ppt/slides/slide24.xml><?xml version="1.0" encoding="utf-8"?>
<p:sld xmlns:p="http://schemas.openxmlformats.org/presentationml/2006/main">
  <p:cSld>
    <p:bg>
      <p:bgPr>
        <a:solidFill xmlns:a="http://schemas.openxmlformats.org/drawingml/2006/main">
          <a:srgbClr val="11233E"/>
        </a:solidFill>
      </p:bgPr>
    </p:bg>
    <p:spTree>
      <p:nvGrpSpPr>
        <p:cNvPr id="1" name=""/>
        <p:cNvGrpSpPr/>
        <p:nvPr/>
      </p:nvGrpSpPr>
      <p:grpSpPr>
        <a:xfrm xmlns:a="http://schemas.openxmlformats.org/drawingml/2006/main"/>
      </p:grpSpPr>
      <p:sp>
        <p:nvSpPr>
          <p:cNvPr id="7" name="titulo-24">
            <a:extLst xmlns:a="http://schemas.openxmlformats.org/drawingml/2006/main">
              <a:ext uri="{FF2B5EF4-FFF2-40B4-BE49-F238E27FC236}">
                <a16:creationId xmlns:a16="http://schemas.microsoft.com/office/drawing/2014/main" id="{D07F811D-E550-4592-BA1B-1DE90718B50E}"/>
              </a:ext>
            </a:extLst>
          </p:cNvPr>
          <p:cNvSpPr>
            <a:spLocks xmlns:a="http://schemas.openxmlformats.org/drawingml/2006/main" noGrp="1"/>
          </p:cNvSpPr>
          <p:nvPr/>
        </p:nvSpPr>
        <p:spPr>
          <a:xfrm xmlns:a="http://schemas.openxmlformats.org/drawingml/2006/main">
            <a:off x="609600" y="571500"/>
            <a:ext cx="109728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050" b="1">
                <a:solidFill>
                  <a:srgbClr val="F6F1E8"/>
                </a:solidFill>
                <a:latin typeface="Arial"/>
                <a:ea typeface="Arial"/>
                <a:cs typeface="Arial"/>
              </a:defRPr>
            </a:defPPr>
          </a:lstStyle>
          <a:p xmlns:a="http://schemas.openxmlformats.org/drawingml/2006/main">
            <a:pPr algn="l">
              <a:lnSpc>
                <a:spcPct val="108000"/>
              </a:lnSpc>
              <a:buNone/>
              <a:defRPr sz="4050" b="1">
                <a:solidFill>
                  <a:srgbClr val="F6F1E8"/>
                </a:solidFill>
                <a:latin typeface="Arial"/>
                <a:ea typeface="Arial"/>
                <a:cs typeface="Arial"/>
              </a:defRPr>
            </a:pPr>
            <a:r>
              <a:rPr sz="4050" b="1">
                <a:solidFill>
                  <a:srgbClr val="F6F1E8"/>
                </a:solidFill>
                <a:latin typeface="Arial"/>
                <a:ea typeface="Arial"/>
                <a:cs typeface="Arial"/>
              </a:rPr>
              <a:t>El seguimiento queda en GitHub</a:t>
            </a:r>
          </a:p>
        </p:txBody>
      </p:sp>
      <p:sp>
        <p:nvSpPr>
          <p:cNvPr id="2" name="contenido-1">
            <a:extLst xmlns:a="http://schemas.openxmlformats.org/drawingml/2006/main">
              <a:ext uri="{FF2B5EF4-FFF2-40B4-BE49-F238E27FC236}">
                <a16:creationId xmlns:a16="http://schemas.microsoft.com/office/drawing/2014/main" id="{80636D09-CB80-44DA-8D9E-39C44C7129FA}"/>
              </a:ext>
            </a:extLst>
          </p:cNvPr>
          <p:cNvSpPr>
            <a:spLocks xmlns:a="http://schemas.openxmlformats.org/drawingml/2006/main" noGrp="1"/>
          </p:cNvSpPr>
          <p:nvPr/>
        </p:nvSpPr>
        <p:spPr>
          <a:xfrm xmlns:a="http://schemas.openxmlformats.org/drawingml/2006/main">
            <a:off x="609600" y="2047875"/>
            <a:ext cx="10972800" cy="436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F6F1E8"/>
                </a:solidFill>
                <a:latin typeface="Arial"/>
                <a:ea typeface="Arial"/>
                <a:cs typeface="Arial"/>
              </a:defRPr>
            </a:defPPr>
          </a:lstStyle>
          <a:p xmlns:a="http://schemas.openxmlformats.org/drawingml/2006/main">
            <a:pPr algn="l">
              <a:lnSpc>
                <a:spcPct val="108000"/>
              </a:lnSpc>
              <a:buNone/>
              <a:defRPr sz="2550" b="0">
                <a:solidFill>
                  <a:srgbClr val="F6F1E8"/>
                </a:solidFill>
                <a:latin typeface="Arial"/>
                <a:ea typeface="Arial"/>
                <a:cs typeface="Arial"/>
              </a:defRPr>
            </a:pPr>
            <a:r>
              <a:rPr sz="2550" b="0">
                <a:solidFill>
                  <a:srgbClr val="F6F1E8"/>
                </a:solidFill>
                <a:latin typeface="Arial"/>
                <a:ea typeface="Arial"/>
                <a:cs typeface="Arial"/>
              </a:rPr>
              <a:t>Issue #10: motivo y criterios.</a:t>
            </a:r>
          </a:p>
        </p:txBody>
      </p:sp>
      <p:sp>
        <p:nvSpPr>
          <p:cNvPr id="3" name="contenido-2">
            <a:extLst xmlns:a="http://schemas.openxmlformats.org/drawingml/2006/main">
              <a:ext uri="{FF2B5EF4-FFF2-40B4-BE49-F238E27FC236}">
                <a16:creationId xmlns:a16="http://schemas.microsoft.com/office/drawing/2014/main" id="{84480570-1048-4210-A076-D01A8FF31EC8}"/>
              </a:ext>
            </a:extLst>
          </p:cNvPr>
          <p:cNvSpPr>
            <a:spLocks xmlns:a="http://schemas.openxmlformats.org/drawingml/2006/main" noGrp="1"/>
          </p:cNvSpPr>
          <p:nvPr/>
        </p:nvSpPr>
        <p:spPr>
          <a:xfrm xmlns:a="http://schemas.openxmlformats.org/drawingml/2006/main">
            <a:off x="609600" y="2769870"/>
            <a:ext cx="10972800" cy="436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F6F1E8"/>
                </a:solidFill>
                <a:latin typeface="Arial"/>
                <a:ea typeface="Arial"/>
                <a:cs typeface="Arial"/>
              </a:defRPr>
            </a:defPPr>
          </a:lstStyle>
          <a:p xmlns:a="http://schemas.openxmlformats.org/drawingml/2006/main">
            <a:pPr algn="l">
              <a:lnSpc>
                <a:spcPct val="108000"/>
              </a:lnSpc>
              <a:buNone/>
              <a:defRPr sz="2550" b="0">
                <a:solidFill>
                  <a:srgbClr val="F6F1E8"/>
                </a:solidFill>
                <a:latin typeface="Arial"/>
                <a:ea typeface="Arial"/>
                <a:cs typeface="Arial"/>
              </a:defRPr>
            </a:pPr>
            <a:r>
              <a:rPr sz="2550" b="0">
                <a:solidFill>
                  <a:srgbClr val="F6F1E8"/>
                </a:solidFill>
                <a:latin typeface="Arial"/>
                <a:ea typeface="Arial"/>
                <a:cs typeface="Arial"/>
              </a:rPr>
              <a:t>Rama semana-09-gestion-cambios.</a:t>
            </a:r>
          </a:p>
        </p:txBody>
      </p:sp>
      <p:sp>
        <p:nvSpPr>
          <p:cNvPr id="4" name="contenido-3">
            <a:extLst xmlns:a="http://schemas.openxmlformats.org/drawingml/2006/main">
              <a:ext uri="{FF2B5EF4-FFF2-40B4-BE49-F238E27FC236}">
                <a16:creationId xmlns:a16="http://schemas.microsoft.com/office/drawing/2014/main" id="{9FA4EABE-3B97-4ED9-B980-CFDFE137BBF1}"/>
              </a:ext>
            </a:extLst>
          </p:cNvPr>
          <p:cNvSpPr>
            <a:spLocks xmlns:a="http://schemas.openxmlformats.org/drawingml/2006/main" noGrp="1"/>
          </p:cNvSpPr>
          <p:nvPr/>
        </p:nvSpPr>
        <p:spPr>
          <a:xfrm xmlns:a="http://schemas.openxmlformats.org/drawingml/2006/main">
            <a:off x="609600" y="3491865"/>
            <a:ext cx="10972800" cy="436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F6F1E8"/>
                </a:solidFill>
                <a:latin typeface="Arial"/>
                <a:ea typeface="Arial"/>
                <a:cs typeface="Arial"/>
              </a:defRPr>
            </a:defPPr>
          </a:lstStyle>
          <a:p xmlns:a="http://schemas.openxmlformats.org/drawingml/2006/main">
            <a:pPr algn="l">
              <a:lnSpc>
                <a:spcPct val="108000"/>
              </a:lnSpc>
              <a:buNone/>
              <a:defRPr sz="2550" b="0">
                <a:solidFill>
                  <a:srgbClr val="F6F1E8"/>
                </a:solidFill>
                <a:latin typeface="Arial"/>
                <a:ea typeface="Arial"/>
                <a:cs typeface="Arial"/>
              </a:defRPr>
            </a:pPr>
            <a:r>
              <a:rPr sz="2550" b="0">
                <a:solidFill>
                  <a:srgbClr val="F6F1E8"/>
                </a:solidFill>
                <a:latin typeface="Arial"/>
                <a:ea typeface="Arial"/>
                <a:cs typeface="Arial"/>
              </a:rPr>
              <a:t>PR #13: diff y resultados.</a:t>
            </a:r>
          </a:p>
        </p:txBody>
      </p:sp>
      <p:sp>
        <p:nvSpPr>
          <p:cNvPr id="5" name="contenido-4">
            <a:extLst xmlns:a="http://schemas.openxmlformats.org/drawingml/2006/main">
              <a:ext uri="{FF2B5EF4-FFF2-40B4-BE49-F238E27FC236}">
                <a16:creationId xmlns:a16="http://schemas.microsoft.com/office/drawing/2014/main" id="{C3C26AEB-5D87-4A65-83AA-CF02551BA6EA}"/>
              </a:ext>
            </a:extLst>
          </p:cNvPr>
          <p:cNvSpPr>
            <a:spLocks xmlns:a="http://schemas.openxmlformats.org/drawingml/2006/main" noGrp="1"/>
          </p:cNvSpPr>
          <p:nvPr/>
        </p:nvSpPr>
        <p:spPr>
          <a:xfrm xmlns:a="http://schemas.openxmlformats.org/drawingml/2006/main">
            <a:off x="609600" y="4213860"/>
            <a:ext cx="10972800" cy="436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F6F1E8"/>
                </a:solidFill>
                <a:latin typeface="Arial"/>
                <a:ea typeface="Arial"/>
                <a:cs typeface="Arial"/>
              </a:defRPr>
            </a:defPPr>
          </a:lstStyle>
          <a:p xmlns:a="http://schemas.openxmlformats.org/drawingml/2006/main">
            <a:pPr algn="l">
              <a:lnSpc>
                <a:spcPct val="108000"/>
              </a:lnSpc>
              <a:buNone/>
              <a:defRPr sz="2550" b="0">
                <a:solidFill>
                  <a:srgbClr val="F6F1E8"/>
                </a:solidFill>
                <a:latin typeface="Arial"/>
                <a:ea typeface="Arial"/>
                <a:cs typeface="Arial"/>
              </a:defRPr>
            </a:pPr>
            <a:r>
              <a:rPr sz="2550" b="0">
                <a:solidFill>
                  <a:srgbClr val="F6F1E8"/>
                </a:solidFill>
                <a:latin typeface="Arial"/>
                <a:ea typeface="Arial"/>
                <a:cs typeface="Arial"/>
              </a:rPr>
              <a:t>Issues #11 y #12: propuestas abiertas.</a:t>
            </a:r>
          </a:p>
        </p:txBody>
      </p:sp>
      <p:sp>
        <p:nvSpPr>
          <p:cNvPr id="6" name="pie-24">
            <a:extLst xmlns:a="http://schemas.openxmlformats.org/drawingml/2006/main">
              <a:ext uri="{FF2B5EF4-FFF2-40B4-BE49-F238E27FC236}">
                <a16:creationId xmlns:a16="http://schemas.microsoft.com/office/drawing/2014/main" id="{EDDDB0E1-A1C2-4C5A-94E0-A924A8EC87BB}"/>
              </a:ext>
            </a:extLst>
          </p:cNvPr>
          <p:cNvSpPr>
            <a:spLocks xmlns:a="http://schemas.openxmlformats.org/drawingml/2006/main" noGrp="1"/>
          </p:cNvSpPr>
          <p:nvPr/>
        </p:nvSpPr>
        <p:spPr>
          <a:xfrm xmlns:a="http://schemas.openxmlformats.org/drawingml/2006/main">
            <a:off x="10972800" y="6400800"/>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D4DDEB"/>
                </a:solidFill>
                <a:latin typeface="Arial"/>
                <a:ea typeface="Arial"/>
                <a:cs typeface="Arial"/>
              </a:defRPr>
            </a:defPPr>
          </a:lstStyle>
          <a:p xmlns:a="http://schemas.openxmlformats.org/drawingml/2006/main">
            <a:pPr algn="r">
              <a:lnSpc>
                <a:spcPct val="108000"/>
              </a:lnSpc>
              <a:buNone/>
              <a:defRPr sz="1350" b="0">
                <a:solidFill>
                  <a:srgbClr val="D4DDEB"/>
                </a:solidFill>
                <a:latin typeface="Arial"/>
                <a:ea typeface="Arial"/>
                <a:cs typeface="Arial"/>
              </a:defRPr>
            </a:pPr>
            <a:r>
              <a:rPr sz="1350" b="0">
                <a:solidFill>
                  <a:srgbClr val="D4DDEB"/>
                </a:solidFill>
                <a:latin typeface="Arial"/>
                <a:ea typeface="Arial"/>
                <a:cs typeface="Arial"/>
              </a:rPr>
              <a:t>24</a:t>
            </a:r>
          </a:p>
        </p:txBody>
      </p:sp>
    </p:spTree>
    <p:extLst>
      <p:ext uri="{BB962C8B-B14F-4D97-AF65-F5344CB8AC3E}">
        <p14:creationId xmlns:p14="http://schemas.microsoft.com/office/powerpoint/2010/main" val="1121553677"/>
      </p:ext>
    </p:extLst>
  </p:cSld>
</p:sld>
</file>

<file path=ppt/slides/slide25.xml><?xml version="1.0" encoding="utf-8"?>
<p:sld xmlns:p="http://schemas.openxmlformats.org/presentationml/2006/main">
  <p:cSld>
    <p:bg>
      <p:bgPr>
        <a:solidFill xmlns:a="http://schemas.openxmlformats.org/drawingml/2006/main">
          <a:srgbClr val="F6F1E8"/>
        </a:solidFill>
      </p:bgPr>
    </p:bg>
    <p:spTree>
      <p:nvGrpSpPr>
        <p:cNvPr id="1" name=""/>
        <p:cNvGrpSpPr/>
        <p:nvPr/>
      </p:nvGrpSpPr>
      <p:grpSpPr>
        <a:xfrm xmlns:a="http://schemas.openxmlformats.org/drawingml/2006/main"/>
      </p:grpSpPr>
      <p:sp>
        <p:nvSpPr>
          <p:cNvPr id="7" name="titulo-25">
            <a:extLst xmlns:a="http://schemas.openxmlformats.org/drawingml/2006/main">
              <a:ext uri="{FF2B5EF4-FFF2-40B4-BE49-F238E27FC236}">
                <a16:creationId xmlns:a16="http://schemas.microsoft.com/office/drawing/2014/main" id="{E369B030-C1B4-49E9-966A-F005BF2DD4CB}"/>
              </a:ext>
            </a:extLst>
          </p:cNvPr>
          <p:cNvSpPr>
            <a:spLocks xmlns:a="http://schemas.openxmlformats.org/drawingml/2006/main" noGrp="1"/>
          </p:cNvSpPr>
          <p:nvPr/>
        </p:nvSpPr>
        <p:spPr>
          <a:xfrm xmlns:a="http://schemas.openxmlformats.org/drawingml/2006/main">
            <a:off x="609600" y="571500"/>
            <a:ext cx="109728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050" b="1">
                <a:solidFill>
                  <a:srgbClr val="11233E"/>
                </a:solidFill>
                <a:latin typeface="Arial"/>
                <a:ea typeface="Arial"/>
                <a:cs typeface="Arial"/>
              </a:defRPr>
            </a:defPPr>
          </a:lstStyle>
          <a:p xmlns:a="http://schemas.openxmlformats.org/drawingml/2006/main">
            <a:pPr algn="l">
              <a:lnSpc>
                <a:spcPct val="108000"/>
              </a:lnSpc>
              <a:buNone/>
              <a:defRPr sz="4050" b="1">
                <a:solidFill>
                  <a:srgbClr val="11233E"/>
                </a:solidFill>
                <a:latin typeface="Arial"/>
                <a:ea typeface="Arial"/>
                <a:cs typeface="Arial"/>
              </a:defRPr>
            </a:pPr>
            <a:r>
              <a:rPr sz="4050" b="1">
                <a:solidFill>
                  <a:srgbClr val="11233E"/>
                </a:solidFill>
                <a:latin typeface="Arial"/>
                <a:ea typeface="Arial"/>
                <a:cs typeface="Arial"/>
              </a:rPr>
              <a:t>Reversión prevista</a:t>
            </a:r>
          </a:p>
        </p:txBody>
      </p:sp>
      <p:sp>
        <p:nvSpPr>
          <p:cNvPr id="2" name="contenido-1">
            <a:extLst xmlns:a="http://schemas.openxmlformats.org/drawingml/2006/main">
              <a:ext uri="{FF2B5EF4-FFF2-40B4-BE49-F238E27FC236}">
                <a16:creationId xmlns:a16="http://schemas.microsoft.com/office/drawing/2014/main" id="{FAAE8C71-DF59-469E-A5F0-417B4E37E6E2}"/>
              </a:ext>
            </a:extLst>
          </p:cNvPr>
          <p:cNvSpPr>
            <a:spLocks xmlns:a="http://schemas.openxmlformats.org/drawingml/2006/main" noGrp="1"/>
          </p:cNvSpPr>
          <p:nvPr/>
        </p:nvSpPr>
        <p:spPr>
          <a:xfrm xmlns:a="http://schemas.openxmlformats.org/drawingml/2006/main">
            <a:off x="609600" y="2047875"/>
            <a:ext cx="10972800" cy="436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11233E"/>
                </a:solidFill>
                <a:latin typeface="Arial"/>
                <a:ea typeface="Arial"/>
                <a:cs typeface="Arial"/>
              </a:defRPr>
            </a:defPPr>
          </a:lstStyle>
          <a:p xmlns:a="http://schemas.openxmlformats.org/drawingml/2006/main">
            <a:pPr algn="l">
              <a:lnSpc>
                <a:spcPct val="108000"/>
              </a:lnSpc>
              <a:buNone/>
              <a:defRPr sz="2550" b="0">
                <a:solidFill>
                  <a:srgbClr val="11233E"/>
                </a:solidFill>
                <a:latin typeface="Arial"/>
                <a:ea typeface="Arial"/>
                <a:cs typeface="Arial"/>
              </a:defRPr>
            </a:pPr>
            <a:r>
              <a:rPr sz="2550" b="0">
                <a:solidFill>
                  <a:srgbClr val="11233E"/>
                </a:solidFill>
                <a:latin typeface="Arial"/>
                <a:ea typeface="Arial"/>
                <a:cs typeface="Arial"/>
              </a:rPr>
              <a:t>Detener la integración si falla un criterio.</a:t>
            </a:r>
          </a:p>
        </p:txBody>
      </p:sp>
      <p:sp>
        <p:nvSpPr>
          <p:cNvPr id="3" name="contenido-2">
            <a:extLst xmlns:a="http://schemas.openxmlformats.org/drawingml/2006/main">
              <a:ext uri="{FF2B5EF4-FFF2-40B4-BE49-F238E27FC236}">
                <a16:creationId xmlns:a16="http://schemas.microsoft.com/office/drawing/2014/main" id="{C53EC95A-5656-443E-B9EA-27EA1D1F3602}"/>
              </a:ext>
            </a:extLst>
          </p:cNvPr>
          <p:cNvSpPr>
            <a:spLocks xmlns:a="http://schemas.openxmlformats.org/drawingml/2006/main" noGrp="1"/>
          </p:cNvSpPr>
          <p:nvPr/>
        </p:nvSpPr>
        <p:spPr>
          <a:xfrm xmlns:a="http://schemas.openxmlformats.org/drawingml/2006/main">
            <a:off x="609600" y="2769870"/>
            <a:ext cx="10972800" cy="436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11233E"/>
                </a:solidFill>
                <a:latin typeface="Arial"/>
                <a:ea typeface="Arial"/>
                <a:cs typeface="Arial"/>
              </a:defRPr>
            </a:defPPr>
          </a:lstStyle>
          <a:p xmlns:a="http://schemas.openxmlformats.org/drawingml/2006/main">
            <a:pPr algn="l">
              <a:lnSpc>
                <a:spcPct val="108000"/>
              </a:lnSpc>
              <a:buNone/>
              <a:defRPr sz="2550" b="0">
                <a:solidFill>
                  <a:srgbClr val="11233E"/>
                </a:solidFill>
                <a:latin typeface="Arial"/>
                <a:ea typeface="Arial"/>
                <a:cs typeface="Arial"/>
              </a:defRPr>
            </a:pPr>
            <a:r>
              <a:rPr sz="2550" b="0">
                <a:solidFill>
                  <a:srgbClr val="11233E"/>
                </a:solidFill>
                <a:latin typeface="Arial"/>
                <a:ea typeface="Arial"/>
                <a:cs typeface="Arial"/>
              </a:rPr>
              <a:t>Después de integrar: evaluar revert del commit de C07.</a:t>
            </a:r>
          </a:p>
        </p:txBody>
      </p:sp>
      <p:sp>
        <p:nvSpPr>
          <p:cNvPr id="4" name="contenido-3">
            <a:extLst xmlns:a="http://schemas.openxmlformats.org/drawingml/2006/main">
              <a:ext uri="{FF2B5EF4-FFF2-40B4-BE49-F238E27FC236}">
                <a16:creationId xmlns:a16="http://schemas.microsoft.com/office/drawing/2014/main" id="{EC8C51FF-168E-44DF-B26C-0DA98E92228C}"/>
              </a:ext>
            </a:extLst>
          </p:cNvPr>
          <p:cNvSpPr>
            <a:spLocks xmlns:a="http://schemas.openxmlformats.org/drawingml/2006/main" noGrp="1"/>
          </p:cNvSpPr>
          <p:nvPr/>
        </p:nvSpPr>
        <p:spPr>
          <a:xfrm xmlns:a="http://schemas.openxmlformats.org/drawingml/2006/main">
            <a:off x="609600" y="3491865"/>
            <a:ext cx="10972800" cy="436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11233E"/>
                </a:solidFill>
                <a:latin typeface="Arial"/>
                <a:ea typeface="Arial"/>
                <a:cs typeface="Arial"/>
              </a:defRPr>
            </a:defPPr>
          </a:lstStyle>
          <a:p xmlns:a="http://schemas.openxmlformats.org/drawingml/2006/main">
            <a:pPr algn="l">
              <a:lnSpc>
                <a:spcPct val="108000"/>
              </a:lnSpc>
              <a:buNone/>
              <a:defRPr sz="2550" b="0">
                <a:solidFill>
                  <a:srgbClr val="11233E"/>
                </a:solidFill>
                <a:latin typeface="Arial"/>
                <a:ea typeface="Arial"/>
                <a:cs typeface="Arial"/>
              </a:defRPr>
            </a:pPr>
            <a:r>
              <a:rPr sz="2550" b="0">
                <a:solidFill>
                  <a:srgbClr val="11233E"/>
                </a:solidFill>
                <a:latin typeface="Arial"/>
                <a:ea typeface="Arial"/>
                <a:cs typeface="Arial"/>
              </a:rPr>
              <a:t>Recompilar y comprobar el estado restaurado.</a:t>
            </a:r>
          </a:p>
        </p:txBody>
      </p:sp>
      <p:sp>
        <p:nvSpPr>
          <p:cNvPr id="5" name="contenido-4">
            <a:extLst xmlns:a="http://schemas.openxmlformats.org/drawingml/2006/main">
              <a:ext uri="{FF2B5EF4-FFF2-40B4-BE49-F238E27FC236}">
                <a16:creationId xmlns:a16="http://schemas.microsoft.com/office/drawing/2014/main" id="{D7F5963F-79ED-4563-B4A7-52AA6D7E6501}"/>
              </a:ext>
            </a:extLst>
          </p:cNvPr>
          <p:cNvSpPr>
            <a:spLocks xmlns:a="http://schemas.openxmlformats.org/drawingml/2006/main" noGrp="1"/>
          </p:cNvSpPr>
          <p:nvPr/>
        </p:nvSpPr>
        <p:spPr>
          <a:xfrm xmlns:a="http://schemas.openxmlformats.org/drawingml/2006/main">
            <a:off x="609600" y="4213860"/>
            <a:ext cx="10972800" cy="436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11233E"/>
                </a:solidFill>
                <a:latin typeface="Arial"/>
                <a:ea typeface="Arial"/>
                <a:cs typeface="Arial"/>
              </a:defRPr>
            </a:defPPr>
          </a:lstStyle>
          <a:p xmlns:a="http://schemas.openxmlformats.org/drawingml/2006/main">
            <a:pPr algn="l">
              <a:lnSpc>
                <a:spcPct val="108000"/>
              </a:lnSpc>
              <a:buNone/>
              <a:defRPr sz="2550" b="0">
                <a:solidFill>
                  <a:srgbClr val="11233E"/>
                </a:solidFill>
                <a:latin typeface="Arial"/>
                <a:ea typeface="Arial"/>
                <a:cs typeface="Arial"/>
              </a:defRPr>
            </a:pPr>
            <a:r>
              <a:rPr sz="2550" b="0">
                <a:solidFill>
                  <a:srgbClr val="11233E"/>
                </a:solidFill>
                <a:latin typeface="Arial"/>
                <a:ea typeface="Arial"/>
                <a:cs typeface="Arial"/>
              </a:rPr>
              <a:t>Plan documentado; no se revirtió main.</a:t>
            </a:r>
          </a:p>
        </p:txBody>
      </p:sp>
      <p:sp>
        <p:nvSpPr>
          <p:cNvPr id="6" name="pie-25">
            <a:extLst xmlns:a="http://schemas.openxmlformats.org/drawingml/2006/main">
              <a:ext uri="{FF2B5EF4-FFF2-40B4-BE49-F238E27FC236}">
                <a16:creationId xmlns:a16="http://schemas.microsoft.com/office/drawing/2014/main" id="{A3D1787F-2C9C-4250-857E-D2181570F0BC}"/>
              </a:ext>
            </a:extLst>
          </p:cNvPr>
          <p:cNvSpPr>
            <a:spLocks xmlns:a="http://schemas.openxmlformats.org/drawingml/2006/main" noGrp="1"/>
          </p:cNvSpPr>
          <p:nvPr/>
        </p:nvSpPr>
        <p:spPr>
          <a:xfrm xmlns:a="http://schemas.openxmlformats.org/drawingml/2006/main">
            <a:off x="10972800" y="6400800"/>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11233E"/>
                </a:solidFill>
                <a:latin typeface="Arial"/>
                <a:ea typeface="Arial"/>
                <a:cs typeface="Arial"/>
              </a:defRPr>
            </a:defPPr>
          </a:lstStyle>
          <a:p xmlns:a="http://schemas.openxmlformats.org/drawingml/2006/main">
            <a:pPr algn="r">
              <a:lnSpc>
                <a:spcPct val="108000"/>
              </a:lnSpc>
              <a:buNone/>
              <a:defRPr sz="1350" b="0">
                <a:solidFill>
                  <a:srgbClr val="11233E"/>
                </a:solidFill>
                <a:latin typeface="Arial"/>
                <a:ea typeface="Arial"/>
                <a:cs typeface="Arial"/>
              </a:defRPr>
            </a:pPr>
            <a:r>
              <a:rPr sz="1350" b="0">
                <a:solidFill>
                  <a:srgbClr val="11233E"/>
                </a:solidFill>
                <a:latin typeface="Arial"/>
                <a:ea typeface="Arial"/>
                <a:cs typeface="Arial"/>
              </a:rPr>
              <a:t>25</a:t>
            </a:r>
          </a:p>
        </p:txBody>
      </p:sp>
    </p:spTree>
    <p:extLst>
      <p:ext uri="{BB962C8B-B14F-4D97-AF65-F5344CB8AC3E}">
        <p14:creationId xmlns:p14="http://schemas.microsoft.com/office/powerpoint/2010/main" val="341061087"/>
      </p:ext>
    </p:extLst>
  </p:cSld>
</p:sld>
</file>

<file path=ppt/slides/slide26.xml><?xml version="1.0" encoding="utf-8"?>
<p:sld xmlns:p="http://schemas.openxmlformats.org/presentationml/2006/main">
  <p:cSld>
    <p:bg>
      <p:bgPr>
        <a:solidFill xmlns:a="http://schemas.openxmlformats.org/drawingml/2006/main">
          <a:srgbClr val="11233E"/>
        </a:solidFill>
      </p:bgPr>
    </p:bg>
    <p:spTree>
      <p:nvGrpSpPr>
        <p:cNvPr id="1" name=""/>
        <p:cNvGrpSpPr/>
        <p:nvPr/>
      </p:nvGrpSpPr>
      <p:grpSpPr>
        <a:xfrm xmlns:a="http://schemas.openxmlformats.org/drawingml/2006/main"/>
      </p:grpSpPr>
      <p:sp>
        <p:nvSpPr>
          <p:cNvPr id="7" name="titulo-26">
            <a:extLst xmlns:a="http://schemas.openxmlformats.org/drawingml/2006/main">
              <a:ext uri="{FF2B5EF4-FFF2-40B4-BE49-F238E27FC236}">
                <a16:creationId xmlns:a16="http://schemas.microsoft.com/office/drawing/2014/main" id="{793213FF-45C1-42C5-BD9D-2EC3D0B8922D}"/>
              </a:ext>
            </a:extLst>
          </p:cNvPr>
          <p:cNvSpPr>
            <a:spLocks xmlns:a="http://schemas.openxmlformats.org/drawingml/2006/main" noGrp="1"/>
          </p:cNvSpPr>
          <p:nvPr/>
        </p:nvSpPr>
        <p:spPr>
          <a:xfrm xmlns:a="http://schemas.openxmlformats.org/drawingml/2006/main">
            <a:off x="609600" y="571500"/>
            <a:ext cx="109728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050" b="1">
                <a:solidFill>
                  <a:srgbClr val="F6F1E8"/>
                </a:solidFill>
                <a:latin typeface="Arial"/>
                <a:ea typeface="Arial"/>
                <a:cs typeface="Arial"/>
              </a:defRPr>
            </a:defPPr>
          </a:lstStyle>
          <a:p xmlns:a="http://schemas.openxmlformats.org/drawingml/2006/main">
            <a:pPr algn="l">
              <a:lnSpc>
                <a:spcPct val="108000"/>
              </a:lnSpc>
              <a:buNone/>
              <a:defRPr sz="4050" b="1">
                <a:solidFill>
                  <a:srgbClr val="F6F1E8"/>
                </a:solidFill>
                <a:latin typeface="Arial"/>
                <a:ea typeface="Arial"/>
                <a:cs typeface="Arial"/>
              </a:defRPr>
            </a:pPr>
            <a:r>
              <a:rPr sz="4050" b="1">
                <a:solidFill>
                  <a:srgbClr val="F6F1E8"/>
                </a:solidFill>
                <a:latin typeface="Arial"/>
                <a:ea typeface="Arial"/>
                <a:cs typeface="Arial"/>
              </a:rPr>
              <a:t>Qué mejora y qué sigue pendiente</a:t>
            </a:r>
          </a:p>
        </p:txBody>
      </p:sp>
      <p:sp>
        <p:nvSpPr>
          <p:cNvPr id="2" name="contenido-1">
            <a:extLst xmlns:a="http://schemas.openxmlformats.org/drawingml/2006/main">
              <a:ext uri="{FF2B5EF4-FFF2-40B4-BE49-F238E27FC236}">
                <a16:creationId xmlns:a16="http://schemas.microsoft.com/office/drawing/2014/main" id="{EFF0594E-44F0-48F3-A7D2-A8E02628CA87}"/>
              </a:ext>
            </a:extLst>
          </p:cNvPr>
          <p:cNvSpPr>
            <a:spLocks xmlns:a="http://schemas.openxmlformats.org/drawingml/2006/main" noGrp="1"/>
          </p:cNvSpPr>
          <p:nvPr/>
        </p:nvSpPr>
        <p:spPr>
          <a:xfrm xmlns:a="http://schemas.openxmlformats.org/drawingml/2006/main">
            <a:off x="609600" y="2047875"/>
            <a:ext cx="10972800" cy="436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F6F1E8"/>
                </a:solidFill>
                <a:latin typeface="Arial"/>
                <a:ea typeface="Arial"/>
                <a:cs typeface="Arial"/>
              </a:defRPr>
            </a:defPPr>
          </a:lstStyle>
          <a:p xmlns:a="http://schemas.openxmlformats.org/drawingml/2006/main">
            <a:pPr algn="l">
              <a:lnSpc>
                <a:spcPct val="108000"/>
              </a:lnSpc>
              <a:buNone/>
              <a:defRPr sz="2550" b="0">
                <a:solidFill>
                  <a:srgbClr val="F6F1E8"/>
                </a:solidFill>
                <a:latin typeface="Arial"/>
                <a:ea typeface="Arial"/>
                <a:cs typeface="Arial"/>
              </a:defRPr>
            </a:pPr>
            <a:r>
              <a:rPr sz="2550" b="0">
                <a:solidFill>
                  <a:srgbClr val="F6F1E8"/>
                </a:solidFill>
                <a:latin typeface="Arial"/>
                <a:ea typeface="Arial"/>
                <a:cs typeface="Arial"/>
              </a:rPr>
              <a:t>Tres solicitudes evaluadas; una corrección comprobada.</a:t>
            </a:r>
          </a:p>
        </p:txBody>
      </p:sp>
      <p:sp>
        <p:nvSpPr>
          <p:cNvPr id="3" name="contenido-2">
            <a:extLst xmlns:a="http://schemas.openxmlformats.org/drawingml/2006/main">
              <a:ext uri="{FF2B5EF4-FFF2-40B4-BE49-F238E27FC236}">
                <a16:creationId xmlns:a16="http://schemas.microsoft.com/office/drawing/2014/main" id="{091B1115-9122-4C74-92DF-84390B49137E}"/>
              </a:ext>
            </a:extLst>
          </p:cNvPr>
          <p:cNvSpPr>
            <a:spLocks xmlns:a="http://schemas.openxmlformats.org/drawingml/2006/main" noGrp="1"/>
          </p:cNvSpPr>
          <p:nvPr/>
        </p:nvSpPr>
        <p:spPr>
          <a:xfrm xmlns:a="http://schemas.openxmlformats.org/drawingml/2006/main">
            <a:off x="609600" y="2769870"/>
            <a:ext cx="10972800" cy="436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F6F1E8"/>
                </a:solidFill>
                <a:latin typeface="Arial"/>
                <a:ea typeface="Arial"/>
                <a:cs typeface="Arial"/>
              </a:defRPr>
            </a:defPPr>
          </a:lstStyle>
          <a:p xmlns:a="http://schemas.openxmlformats.org/drawingml/2006/main">
            <a:pPr algn="l">
              <a:lnSpc>
                <a:spcPct val="108000"/>
              </a:lnSpc>
              <a:buNone/>
              <a:defRPr sz="2550" b="0">
                <a:solidFill>
                  <a:srgbClr val="F6F1E8"/>
                </a:solidFill>
                <a:latin typeface="Arial"/>
                <a:ea typeface="Arial"/>
                <a:cs typeface="Arial"/>
              </a:defRPr>
            </a:pPr>
            <a:r>
              <a:rPr sz="2550" b="0">
                <a:solidFill>
                  <a:srgbClr val="F6F1E8"/>
                </a:solidFill>
                <a:latin typeface="Arial"/>
                <a:ea typeface="Arial"/>
                <a:cs typeface="Arial"/>
              </a:rPr>
              <a:t>Liberación explícita del comando durante ejecución síncrona.</a:t>
            </a:r>
          </a:p>
        </p:txBody>
      </p:sp>
      <p:sp>
        <p:nvSpPr>
          <p:cNvPr id="4" name="contenido-3">
            <a:extLst xmlns:a="http://schemas.openxmlformats.org/drawingml/2006/main">
              <a:ext uri="{FF2B5EF4-FFF2-40B4-BE49-F238E27FC236}">
                <a16:creationId xmlns:a16="http://schemas.microsoft.com/office/drawing/2014/main" id="{07E3354C-DE1D-4605-ABDA-778EA1C1591D}"/>
              </a:ext>
            </a:extLst>
          </p:cNvPr>
          <p:cNvSpPr>
            <a:spLocks xmlns:a="http://schemas.openxmlformats.org/drawingml/2006/main" noGrp="1"/>
          </p:cNvSpPr>
          <p:nvPr/>
        </p:nvSpPr>
        <p:spPr>
          <a:xfrm xmlns:a="http://schemas.openxmlformats.org/drawingml/2006/main">
            <a:off x="609600" y="3491865"/>
            <a:ext cx="10972800" cy="436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F6F1E8"/>
                </a:solidFill>
                <a:latin typeface="Arial"/>
                <a:ea typeface="Arial"/>
                <a:cs typeface="Arial"/>
              </a:defRPr>
            </a:defPPr>
          </a:lstStyle>
          <a:p xmlns:a="http://schemas.openxmlformats.org/drawingml/2006/main">
            <a:pPr algn="l">
              <a:lnSpc>
                <a:spcPct val="108000"/>
              </a:lnSpc>
              <a:buNone/>
              <a:defRPr sz="2550" b="0">
                <a:solidFill>
                  <a:srgbClr val="F6F1E8"/>
                </a:solidFill>
                <a:latin typeface="Arial"/>
                <a:ea typeface="Arial"/>
                <a:cs typeface="Arial"/>
              </a:defRPr>
            </a:pPr>
            <a:r>
              <a:rPr sz="2550" b="0">
                <a:solidFill>
                  <a:srgbClr val="F6F1E8"/>
                </a:solidFill>
                <a:latin typeface="Arial"/>
                <a:ea typeface="Arial"/>
                <a:cs typeface="Arial"/>
              </a:rPr>
              <a:t>Dos propuestas pendientes y trazabilidad en GitHub.</a:t>
            </a:r>
          </a:p>
        </p:txBody>
      </p:sp>
      <p:sp>
        <p:nvSpPr>
          <p:cNvPr id="5" name="contenido-4">
            <a:extLst xmlns:a="http://schemas.openxmlformats.org/drawingml/2006/main">
              <a:ext uri="{FF2B5EF4-FFF2-40B4-BE49-F238E27FC236}">
                <a16:creationId xmlns:a16="http://schemas.microsoft.com/office/drawing/2014/main" id="{B483D952-39A2-4744-AB7A-5C38FFA2BDC5}"/>
              </a:ext>
            </a:extLst>
          </p:cNvPr>
          <p:cNvSpPr>
            <a:spLocks xmlns:a="http://schemas.openxmlformats.org/drawingml/2006/main" noGrp="1"/>
          </p:cNvSpPr>
          <p:nvPr/>
        </p:nvSpPr>
        <p:spPr>
          <a:xfrm xmlns:a="http://schemas.openxmlformats.org/drawingml/2006/main">
            <a:off x="609600" y="4213860"/>
            <a:ext cx="10972800" cy="436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F6F1E8"/>
                </a:solidFill>
                <a:latin typeface="Arial"/>
                <a:ea typeface="Arial"/>
                <a:cs typeface="Arial"/>
              </a:defRPr>
            </a:defPPr>
          </a:lstStyle>
          <a:p xmlns:a="http://schemas.openxmlformats.org/drawingml/2006/main">
            <a:pPr algn="l">
              <a:lnSpc>
                <a:spcPct val="108000"/>
              </a:lnSpc>
              <a:buNone/>
              <a:defRPr sz="2550" b="0">
                <a:solidFill>
                  <a:srgbClr val="F6F1E8"/>
                </a:solidFill>
                <a:latin typeface="Arial"/>
                <a:ea typeface="Arial"/>
                <a:cs typeface="Arial"/>
              </a:defRPr>
            </a:pPr>
            <a:r>
              <a:rPr sz="2550" b="0">
                <a:solidFill>
                  <a:srgbClr val="F6F1E8"/>
                </a:solidFill>
                <a:latin typeface="Arial"/>
                <a:ea typeface="Arial"/>
                <a:cs typeface="Arial"/>
              </a:rPr>
              <a:t>Integración real con SQL e interfaz aún pendiente.</a:t>
            </a:r>
          </a:p>
        </p:txBody>
      </p:sp>
      <p:sp>
        <p:nvSpPr>
          <p:cNvPr id="6" name="pie-26">
            <a:extLst xmlns:a="http://schemas.openxmlformats.org/drawingml/2006/main">
              <a:ext uri="{FF2B5EF4-FFF2-40B4-BE49-F238E27FC236}">
                <a16:creationId xmlns:a16="http://schemas.microsoft.com/office/drawing/2014/main" id="{F0D1EAFE-37A4-473B-AE00-1F3AA81D76E1}"/>
              </a:ext>
            </a:extLst>
          </p:cNvPr>
          <p:cNvSpPr>
            <a:spLocks xmlns:a="http://schemas.openxmlformats.org/drawingml/2006/main" noGrp="1"/>
          </p:cNvSpPr>
          <p:nvPr/>
        </p:nvSpPr>
        <p:spPr>
          <a:xfrm xmlns:a="http://schemas.openxmlformats.org/drawingml/2006/main">
            <a:off x="10972800" y="6400800"/>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D4DDEB"/>
                </a:solidFill>
                <a:latin typeface="Arial"/>
                <a:ea typeface="Arial"/>
                <a:cs typeface="Arial"/>
              </a:defRPr>
            </a:defPPr>
          </a:lstStyle>
          <a:p xmlns:a="http://schemas.openxmlformats.org/drawingml/2006/main">
            <a:pPr algn="r">
              <a:lnSpc>
                <a:spcPct val="108000"/>
              </a:lnSpc>
              <a:buNone/>
              <a:defRPr sz="1350" b="0">
                <a:solidFill>
                  <a:srgbClr val="D4DDEB"/>
                </a:solidFill>
                <a:latin typeface="Arial"/>
                <a:ea typeface="Arial"/>
                <a:cs typeface="Arial"/>
              </a:defRPr>
            </a:pPr>
            <a:r>
              <a:rPr sz="1350" b="0">
                <a:solidFill>
                  <a:srgbClr val="D4DDEB"/>
                </a:solidFill>
                <a:latin typeface="Arial"/>
                <a:ea typeface="Arial"/>
                <a:cs typeface="Arial"/>
              </a:rPr>
              <a:t>26</a:t>
            </a:r>
          </a:p>
        </p:txBody>
      </p:sp>
    </p:spTree>
    <p:extLst>
      <p:ext uri="{BB962C8B-B14F-4D97-AF65-F5344CB8AC3E}">
        <p14:creationId xmlns:p14="http://schemas.microsoft.com/office/powerpoint/2010/main" val="183834558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2026-10-16T04:04:40.4210000Z</dcterms:created>
  <dcterms:modified xsi:type="dcterms:W3CDTF">2026-10-16T04:04:40.4210000Z</dcterms:modified>
</coreProperties>
</file>